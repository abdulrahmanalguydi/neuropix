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
  </p:notesMasterIdLst>
  <p:sldIdLst>
    <p:sldId id="256" r:id="rId2"/>
  </p:sldIdLst>
  <p:sldSz cx="25199975" cy="35999738"/>
  <p:notesSz cx="6858000" cy="9144000"/>
  <p:defaultTextStyle>
    <a:defPPr>
      <a:defRPr lang="en-US"/>
    </a:defPPr>
    <a:lvl1pPr marL="0" algn="l" defTabSz="2937510" rtl="0" eaLnBrk="1" latinLnBrk="0" hangingPunct="1">
      <a:defRPr sz="5783" kern="1200">
        <a:solidFill>
          <a:schemeClr val="tx1"/>
        </a:solidFill>
        <a:latin typeface="+mn-lt"/>
        <a:ea typeface="+mn-ea"/>
        <a:cs typeface="+mn-cs"/>
      </a:defRPr>
    </a:lvl1pPr>
    <a:lvl2pPr marL="1468755" algn="l" defTabSz="2937510" rtl="0" eaLnBrk="1" latinLnBrk="0" hangingPunct="1">
      <a:defRPr sz="5783" kern="1200">
        <a:solidFill>
          <a:schemeClr val="tx1"/>
        </a:solidFill>
        <a:latin typeface="+mn-lt"/>
        <a:ea typeface="+mn-ea"/>
        <a:cs typeface="+mn-cs"/>
      </a:defRPr>
    </a:lvl2pPr>
    <a:lvl3pPr marL="2937510" algn="l" defTabSz="2937510" rtl="0" eaLnBrk="1" latinLnBrk="0" hangingPunct="1">
      <a:defRPr sz="5783" kern="1200">
        <a:solidFill>
          <a:schemeClr val="tx1"/>
        </a:solidFill>
        <a:latin typeface="+mn-lt"/>
        <a:ea typeface="+mn-ea"/>
        <a:cs typeface="+mn-cs"/>
      </a:defRPr>
    </a:lvl3pPr>
    <a:lvl4pPr marL="4406265" algn="l" defTabSz="2937510" rtl="0" eaLnBrk="1" latinLnBrk="0" hangingPunct="1">
      <a:defRPr sz="5783" kern="1200">
        <a:solidFill>
          <a:schemeClr val="tx1"/>
        </a:solidFill>
        <a:latin typeface="+mn-lt"/>
        <a:ea typeface="+mn-ea"/>
        <a:cs typeface="+mn-cs"/>
      </a:defRPr>
    </a:lvl4pPr>
    <a:lvl5pPr marL="5875020" algn="l" defTabSz="2937510" rtl="0" eaLnBrk="1" latinLnBrk="0" hangingPunct="1">
      <a:defRPr sz="5783" kern="1200">
        <a:solidFill>
          <a:schemeClr val="tx1"/>
        </a:solidFill>
        <a:latin typeface="+mn-lt"/>
        <a:ea typeface="+mn-ea"/>
        <a:cs typeface="+mn-cs"/>
      </a:defRPr>
    </a:lvl5pPr>
    <a:lvl6pPr marL="7343775" algn="l" defTabSz="2937510" rtl="0" eaLnBrk="1" latinLnBrk="0" hangingPunct="1">
      <a:defRPr sz="5783" kern="1200">
        <a:solidFill>
          <a:schemeClr val="tx1"/>
        </a:solidFill>
        <a:latin typeface="+mn-lt"/>
        <a:ea typeface="+mn-ea"/>
        <a:cs typeface="+mn-cs"/>
      </a:defRPr>
    </a:lvl6pPr>
    <a:lvl7pPr marL="8812530" algn="l" defTabSz="2937510" rtl="0" eaLnBrk="1" latinLnBrk="0" hangingPunct="1">
      <a:defRPr sz="5783" kern="1200">
        <a:solidFill>
          <a:schemeClr val="tx1"/>
        </a:solidFill>
        <a:latin typeface="+mn-lt"/>
        <a:ea typeface="+mn-ea"/>
        <a:cs typeface="+mn-cs"/>
      </a:defRPr>
    </a:lvl7pPr>
    <a:lvl8pPr marL="10281285" algn="l" defTabSz="2937510" rtl="0" eaLnBrk="1" latinLnBrk="0" hangingPunct="1">
      <a:defRPr sz="5783" kern="1200">
        <a:solidFill>
          <a:schemeClr val="tx1"/>
        </a:solidFill>
        <a:latin typeface="+mn-lt"/>
        <a:ea typeface="+mn-ea"/>
        <a:cs typeface="+mn-cs"/>
      </a:defRPr>
    </a:lvl8pPr>
    <a:lvl9pPr marL="11750040" algn="l" defTabSz="2937510" rtl="0" eaLnBrk="1" latinLnBrk="0" hangingPunct="1">
      <a:defRPr sz="5783"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711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967" autoAdjust="0"/>
    <p:restoredTop sz="94674"/>
  </p:normalViewPr>
  <p:slideViewPr>
    <p:cSldViewPr snapToGrid="0" snapToObjects="1">
      <p:cViewPr>
        <p:scale>
          <a:sx n="75" d="100"/>
          <a:sy n="75" d="100"/>
        </p:scale>
        <p:origin x="1356" y="-6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CF4A7C-6808-4D7D-8452-46B6198F39EE}" type="datetimeFigureOut">
              <a:rPr lang="en-US" smtClean="0"/>
              <a:t>22/9/2026</a:t>
            </a:fld>
            <a:endParaRPr lang="en-US"/>
          </a:p>
        </p:txBody>
      </p:sp>
      <p:sp>
        <p:nvSpPr>
          <p:cNvPr id="4" name="Slide Image Placeholder 3"/>
          <p:cNvSpPr>
            <a:spLocks noGrp="1" noRot="1" noChangeAspect="1"/>
          </p:cNvSpPr>
          <p:nvPr>
            <p:ph type="sldImg" idx="2"/>
          </p:nvPr>
        </p:nvSpPr>
        <p:spPr>
          <a:xfrm>
            <a:off x="2349500" y="1143000"/>
            <a:ext cx="21590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452D0D-7E9C-42B3-9A87-EA06321A80E2}" type="slidenum">
              <a:rPr lang="en-US" smtClean="0"/>
              <a:t>‹#›</a:t>
            </a:fld>
            <a:endParaRPr lang="en-US"/>
          </a:p>
        </p:txBody>
      </p:sp>
    </p:spTree>
    <p:extLst>
      <p:ext uri="{BB962C8B-B14F-4D97-AF65-F5344CB8AC3E}">
        <p14:creationId xmlns:p14="http://schemas.microsoft.com/office/powerpoint/2010/main" val="23453317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F452D0D-7E9C-42B3-9A87-EA06321A80E2}" type="slidenum">
              <a:rPr lang="en-US" smtClean="0"/>
              <a:t>1</a:t>
            </a:fld>
            <a:endParaRPr lang="en-US"/>
          </a:p>
        </p:txBody>
      </p:sp>
    </p:spTree>
    <p:extLst>
      <p:ext uri="{BB962C8B-B14F-4D97-AF65-F5344CB8AC3E}">
        <p14:creationId xmlns:p14="http://schemas.microsoft.com/office/powerpoint/2010/main" val="6685093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89997" y="1675226"/>
            <a:ext cx="21419979" cy="6300374"/>
          </a:xfrm>
        </p:spPr>
        <p:txBody>
          <a:bodyPr anchor="b"/>
          <a:lstStyle>
            <a:lvl1pPr algn="ctr">
              <a:defRPr sz="16535"/>
            </a:lvl1pPr>
          </a:lstStyle>
          <a:p>
            <a:r>
              <a:rPr lang="en-US" dirty="0"/>
              <a:t>Click to edit Master title style</a:t>
            </a:r>
          </a:p>
        </p:txBody>
      </p:sp>
      <p:sp>
        <p:nvSpPr>
          <p:cNvPr id="3" name="Subtitle 2"/>
          <p:cNvSpPr>
            <a:spLocks noGrp="1"/>
          </p:cNvSpPr>
          <p:nvPr>
            <p:ph type="subTitle" idx="1"/>
          </p:nvPr>
        </p:nvSpPr>
        <p:spPr>
          <a:xfrm>
            <a:off x="1889998" y="9611799"/>
            <a:ext cx="21419978" cy="3901002"/>
          </a:xfrm>
        </p:spPr>
        <p:txBody>
          <a:bodyPr/>
          <a:lstStyle>
            <a:lvl1pPr marL="0" indent="0" algn="ctr">
              <a:buNone/>
              <a:defRPr sz="6614"/>
            </a:lvl1pPr>
            <a:lvl2pPr marL="1259997" indent="0" algn="ctr">
              <a:buNone/>
              <a:defRPr sz="5512"/>
            </a:lvl2pPr>
            <a:lvl3pPr marL="2519995" indent="0" algn="ctr">
              <a:buNone/>
              <a:defRPr sz="4961"/>
            </a:lvl3pPr>
            <a:lvl4pPr marL="3779992" indent="0" algn="ctr">
              <a:buNone/>
              <a:defRPr sz="4409"/>
            </a:lvl4pPr>
            <a:lvl5pPr marL="5039990" indent="0" algn="ctr">
              <a:buNone/>
              <a:defRPr sz="4409"/>
            </a:lvl5pPr>
            <a:lvl6pPr marL="6299987" indent="0" algn="ctr">
              <a:buNone/>
              <a:defRPr sz="4409"/>
            </a:lvl6pPr>
            <a:lvl7pPr marL="7559985" indent="0" algn="ctr">
              <a:buNone/>
              <a:defRPr sz="4409"/>
            </a:lvl7pPr>
            <a:lvl8pPr marL="8819982" indent="0" algn="ctr">
              <a:buNone/>
              <a:defRPr sz="4409"/>
            </a:lvl8pPr>
            <a:lvl9pPr marL="10079980" indent="0" algn="ctr">
              <a:buNone/>
              <a:defRPr sz="4409"/>
            </a:lvl9pPr>
          </a:lstStyle>
          <a:p>
            <a:r>
              <a:rPr lang="en-US" dirty="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8725810" y="8486950"/>
            <a:ext cx="7733390" cy="14634988"/>
          </a:xfrm>
          <a:prstGeom prst="rect">
            <a:avLst/>
          </a:prstGeom>
          <a:ln>
            <a:solidFill>
              <a:srgbClr val="202C55"/>
            </a:solidFill>
          </a:ln>
        </p:spPr>
        <p:txBody>
          <a:bodyPr lIns="576000" tIns="324000" anchor="t"/>
          <a:lstStyle>
            <a:lvl1pPr marL="0" marR="0" indent="0" algn="l" defTabSz="2519995" rtl="0" eaLnBrk="1" fontAlgn="auto" latinLnBrk="0" hangingPunct="1">
              <a:lnSpc>
                <a:spcPct val="90000"/>
              </a:lnSpc>
              <a:spcBef>
                <a:spcPts val="2756"/>
              </a:spcBef>
              <a:spcAft>
                <a:spcPts val="0"/>
              </a:spcAft>
              <a:buClrTx/>
              <a:buSzTx/>
              <a:buFont typeface="Arial" panose="020B0604020202020204" pitchFamily="34" charset="0"/>
              <a:buNone/>
              <a:tabLst/>
              <a:defRPr sz="2800">
                <a:solidFill>
                  <a:schemeClr val="accent3"/>
                </a:solidFill>
                <a:latin typeface="Myriad Pro"/>
                <a:ea typeface="Adobe Fan Heiti Std B" panose="020B0700000000000000" pitchFamily="34" charset="-128"/>
              </a:defRPr>
            </a:lvl1pPr>
          </a:lstStyle>
          <a:p>
            <a:pPr>
              <a:defRPr/>
            </a:pPr>
            <a:r>
              <a:rPr lang="en-US" dirty="0"/>
              <a:t>Click to Add text</a:t>
            </a:r>
          </a:p>
        </p:txBody>
      </p:sp>
      <p:sp>
        <p:nvSpPr>
          <p:cNvPr id="16" name="Footer Placeholder 4"/>
          <p:cNvSpPr txBox="1">
            <a:spLocks/>
          </p:cNvSpPr>
          <p:nvPr userDrawn="1"/>
        </p:nvSpPr>
        <p:spPr>
          <a:xfrm>
            <a:off x="2249546" y="9373075"/>
            <a:ext cx="10651895" cy="24322019"/>
          </a:xfrm>
          <a:prstGeom prst="rect">
            <a:avLst/>
          </a:prstGeom>
        </p:spPr>
        <p:txBody>
          <a:bodyPr vert="horz" lIns="91440" tIns="45720" rIns="91440" bIns="45720" rtlCol="0" anchor="ctr"/>
          <a:lstStyle>
            <a:defPPr>
              <a:defRPr lang="ar-SA"/>
            </a:defPPr>
            <a:lvl1pPr marL="0" algn="l" defTabSz="3338109" rtl="1" eaLnBrk="1" latinLnBrk="0" hangingPunct="1">
              <a:defRPr sz="420" b="1" i="0" kern="1200">
                <a:solidFill>
                  <a:schemeClr val="tx1">
                    <a:lumMod val="75000"/>
                  </a:schemeClr>
                </a:solidFill>
                <a:effectLst>
                  <a:outerShdw blurRad="50800" dist="38100" dir="2700000" algn="tl" rotWithShape="0">
                    <a:srgbClr val="000000">
                      <a:alpha val="43000"/>
                    </a:srgbClr>
                  </a:outerShdw>
                </a:effectLst>
                <a:latin typeface="+mn-lt"/>
                <a:ea typeface="+mn-ea"/>
                <a:cs typeface="+mn-cs"/>
              </a:defRPr>
            </a:lvl1pPr>
            <a:lvl2pPr marL="1669054" algn="r" defTabSz="3338109" rtl="1" eaLnBrk="1" latinLnBrk="0" hangingPunct="1">
              <a:defRPr sz="6571" kern="1200">
                <a:solidFill>
                  <a:schemeClr val="tx1"/>
                </a:solidFill>
                <a:latin typeface="+mn-lt"/>
                <a:ea typeface="+mn-ea"/>
                <a:cs typeface="+mn-cs"/>
              </a:defRPr>
            </a:lvl2pPr>
            <a:lvl3pPr marL="3338109" algn="r" defTabSz="3338109" rtl="1" eaLnBrk="1" latinLnBrk="0" hangingPunct="1">
              <a:defRPr sz="6571" kern="1200">
                <a:solidFill>
                  <a:schemeClr val="tx1"/>
                </a:solidFill>
                <a:latin typeface="+mn-lt"/>
                <a:ea typeface="+mn-ea"/>
                <a:cs typeface="+mn-cs"/>
              </a:defRPr>
            </a:lvl3pPr>
            <a:lvl4pPr marL="5007163" algn="r" defTabSz="3338109" rtl="1" eaLnBrk="1" latinLnBrk="0" hangingPunct="1">
              <a:defRPr sz="6571" kern="1200">
                <a:solidFill>
                  <a:schemeClr val="tx1"/>
                </a:solidFill>
                <a:latin typeface="+mn-lt"/>
                <a:ea typeface="+mn-ea"/>
                <a:cs typeface="+mn-cs"/>
              </a:defRPr>
            </a:lvl4pPr>
            <a:lvl5pPr marL="6676217" algn="r" defTabSz="3338109" rtl="1" eaLnBrk="1" latinLnBrk="0" hangingPunct="1">
              <a:defRPr sz="6571" kern="1200">
                <a:solidFill>
                  <a:schemeClr val="tx1"/>
                </a:solidFill>
                <a:latin typeface="+mn-lt"/>
                <a:ea typeface="+mn-ea"/>
                <a:cs typeface="+mn-cs"/>
              </a:defRPr>
            </a:lvl5pPr>
            <a:lvl6pPr marL="8345272" algn="r" defTabSz="3338109" rtl="1" eaLnBrk="1" latinLnBrk="0" hangingPunct="1">
              <a:defRPr sz="6571" kern="1200">
                <a:solidFill>
                  <a:schemeClr val="tx1"/>
                </a:solidFill>
                <a:latin typeface="+mn-lt"/>
                <a:ea typeface="+mn-ea"/>
                <a:cs typeface="+mn-cs"/>
              </a:defRPr>
            </a:lvl6pPr>
            <a:lvl7pPr marL="10014326" algn="r" defTabSz="3338109" rtl="1" eaLnBrk="1" latinLnBrk="0" hangingPunct="1">
              <a:defRPr sz="6571" kern="1200">
                <a:solidFill>
                  <a:schemeClr val="tx1"/>
                </a:solidFill>
                <a:latin typeface="+mn-lt"/>
                <a:ea typeface="+mn-ea"/>
                <a:cs typeface="+mn-cs"/>
              </a:defRPr>
            </a:lvl7pPr>
            <a:lvl8pPr marL="11683380" algn="r" defTabSz="3338109" rtl="1" eaLnBrk="1" latinLnBrk="0" hangingPunct="1">
              <a:defRPr sz="6571" kern="1200">
                <a:solidFill>
                  <a:schemeClr val="tx1"/>
                </a:solidFill>
                <a:latin typeface="+mn-lt"/>
                <a:ea typeface="+mn-ea"/>
                <a:cs typeface="+mn-cs"/>
              </a:defRPr>
            </a:lvl8pPr>
            <a:lvl9pPr marL="13352435" algn="r" defTabSz="3338109" rtl="1" eaLnBrk="1" latinLnBrk="0" hangingPunct="1">
              <a:defRPr sz="6571" kern="1200">
                <a:solidFill>
                  <a:schemeClr val="tx1"/>
                </a:solidFill>
                <a:latin typeface="+mn-lt"/>
                <a:ea typeface="+mn-ea"/>
                <a:cs typeface="+mn-cs"/>
              </a:defRPr>
            </a:lvl9pPr>
          </a:lstStyle>
          <a:p>
            <a:endParaRPr lang="ar-SA" dirty="0"/>
          </a:p>
        </p:txBody>
      </p:sp>
      <p:sp>
        <p:nvSpPr>
          <p:cNvPr id="14" name="Text Placeholder 8"/>
          <p:cNvSpPr>
            <a:spLocks noGrp="1"/>
          </p:cNvSpPr>
          <p:nvPr>
            <p:ph type="body" sz="quarter" idx="17" hasCustomPrompt="1"/>
          </p:nvPr>
        </p:nvSpPr>
        <p:spPr>
          <a:xfrm>
            <a:off x="2038532" y="5440677"/>
            <a:ext cx="20700890" cy="815340"/>
          </a:xfrm>
          <a:prstGeom prst="rect">
            <a:avLst/>
          </a:prstGeom>
        </p:spPr>
        <p:txBody>
          <a:bodyPr anchor="ctr">
            <a:normAutofit/>
          </a:bodyPr>
          <a:lstStyle>
            <a:lvl1pPr marL="0" indent="0" algn="ctr">
              <a:buNone/>
              <a:defRPr sz="4400" b="0" baseline="0">
                <a:solidFill>
                  <a:srgbClr val="97111B"/>
                </a:solidFill>
                <a:effectLst>
                  <a:glow rad="38100">
                    <a:schemeClr val="bg1">
                      <a:lumMod val="50000"/>
                      <a:lumOff val="50000"/>
                      <a:alpha val="20000"/>
                    </a:schemeClr>
                  </a:glow>
                </a:effectLst>
                <a:latin typeface="Myriad Pro"/>
                <a:ea typeface="Adobe Fan Heiti Std B" panose="020B0700000000000000" pitchFamily="34" charset="-128"/>
              </a:defRPr>
            </a:lvl1pPr>
            <a:lvl3pPr marL="914400" indent="0">
              <a:buNone/>
              <a:defRPr/>
            </a:lvl3pPr>
            <a:lvl4pPr marL="1371600" indent="0">
              <a:buNone/>
              <a:defRPr/>
            </a:lvl4pPr>
            <a:lvl5pPr marL="1828800" indent="0">
              <a:buNone/>
              <a:defRPr/>
            </a:lvl5pPr>
          </a:lstStyle>
          <a:p>
            <a:pPr lvl="0"/>
            <a:r>
              <a:rPr lang="en-US" dirty="0"/>
              <a:t>Click to Add Author Affiliation</a:t>
            </a:r>
            <a:endParaRPr lang="ar-SA" dirty="0"/>
          </a:p>
        </p:txBody>
      </p:sp>
      <p:sp>
        <p:nvSpPr>
          <p:cNvPr id="15" name="Text Placeholder 8"/>
          <p:cNvSpPr>
            <a:spLocks noGrp="1"/>
          </p:cNvSpPr>
          <p:nvPr>
            <p:ph type="body" sz="quarter" idx="19" hasCustomPrompt="1"/>
          </p:nvPr>
        </p:nvSpPr>
        <p:spPr>
          <a:xfrm>
            <a:off x="2038532" y="2871061"/>
            <a:ext cx="20700890" cy="1560477"/>
          </a:xfrm>
          <a:prstGeom prst="rect">
            <a:avLst/>
          </a:prstGeom>
        </p:spPr>
        <p:txBody>
          <a:bodyPr anchor="ctr">
            <a:noAutofit/>
          </a:bodyPr>
          <a:lstStyle>
            <a:lvl1pPr marL="0" indent="0" algn="ctr">
              <a:buNone/>
              <a:defRPr sz="9600" baseline="0">
                <a:solidFill>
                  <a:srgbClr val="97111B"/>
                </a:solidFill>
                <a:latin typeface="Myriad Pro"/>
                <a:ea typeface="Adobe Fan Heiti Std B" panose="020B0700000000000000" pitchFamily="34" charset="-128"/>
              </a:defRPr>
            </a:lvl1pPr>
            <a:lvl3pPr marL="914400" indent="0">
              <a:buNone/>
              <a:defRPr/>
            </a:lvl3pPr>
            <a:lvl4pPr marL="1371600" indent="0">
              <a:buNone/>
              <a:defRPr/>
            </a:lvl4pPr>
            <a:lvl5pPr marL="1828800" indent="0">
              <a:buNone/>
              <a:defRPr/>
            </a:lvl5pPr>
          </a:lstStyle>
          <a:p>
            <a:pPr lvl="0"/>
            <a:r>
              <a:rPr lang="en-US" dirty="0"/>
              <a:t>Click to Add TITLE</a:t>
            </a:r>
            <a:endParaRPr lang="ar-SA" dirty="0"/>
          </a:p>
        </p:txBody>
      </p:sp>
      <p:sp>
        <p:nvSpPr>
          <p:cNvPr id="20" name="Text Placeholder 8"/>
          <p:cNvSpPr>
            <a:spLocks noGrp="1"/>
          </p:cNvSpPr>
          <p:nvPr>
            <p:ph type="body" sz="quarter" idx="23" hasCustomPrompt="1"/>
          </p:nvPr>
        </p:nvSpPr>
        <p:spPr>
          <a:xfrm>
            <a:off x="2038532" y="6359254"/>
            <a:ext cx="20700890" cy="940880"/>
          </a:xfrm>
          <a:prstGeom prst="rect">
            <a:avLst/>
          </a:prstGeom>
        </p:spPr>
        <p:txBody>
          <a:bodyPr anchor="ctr">
            <a:normAutofit/>
          </a:bodyPr>
          <a:lstStyle>
            <a:lvl1pPr marL="0" indent="0" algn="ctr">
              <a:buNone/>
              <a:defRPr sz="3600" b="0" baseline="0">
                <a:solidFill>
                  <a:srgbClr val="97111B"/>
                </a:solidFill>
                <a:effectLst>
                  <a:glow rad="38100">
                    <a:schemeClr val="bg1">
                      <a:lumMod val="50000"/>
                      <a:lumOff val="50000"/>
                      <a:alpha val="20000"/>
                    </a:schemeClr>
                  </a:glow>
                </a:effectLst>
                <a:latin typeface="Myriad Pro"/>
                <a:ea typeface="Adobe Fan Heiti Std B" panose="020B0700000000000000" pitchFamily="34" charset="-128"/>
              </a:defRPr>
            </a:lvl1pPr>
            <a:lvl3pPr marL="914400" indent="0">
              <a:buNone/>
              <a:defRPr/>
            </a:lvl3pPr>
            <a:lvl4pPr marL="1371600" indent="0">
              <a:buNone/>
              <a:defRPr/>
            </a:lvl4pPr>
            <a:lvl5pPr marL="1828800" indent="0">
              <a:buNone/>
              <a:defRPr/>
            </a:lvl5pPr>
          </a:lstStyle>
          <a:p>
            <a:pPr lvl="0"/>
            <a:r>
              <a:rPr lang="en-US" dirty="0"/>
              <a:t>Click to Add Corresponding Author Email</a:t>
            </a:r>
            <a:endParaRPr lang="ar-SA" dirty="0"/>
          </a:p>
        </p:txBody>
      </p:sp>
      <p:sp>
        <p:nvSpPr>
          <p:cNvPr id="21" name="Text Placeholder 2"/>
          <p:cNvSpPr>
            <a:spLocks noGrp="1"/>
          </p:cNvSpPr>
          <p:nvPr>
            <p:ph type="body" idx="24" hasCustomPrompt="1"/>
          </p:nvPr>
        </p:nvSpPr>
        <p:spPr>
          <a:xfrm>
            <a:off x="531591" y="7700565"/>
            <a:ext cx="7632431" cy="786384"/>
          </a:xfrm>
          <a:prstGeom prst="rect">
            <a:avLst/>
          </a:prstGeom>
          <a:ln/>
        </p:spPr>
        <p:style>
          <a:lnRef idx="1">
            <a:schemeClr val="accent1"/>
          </a:lnRef>
          <a:fillRef idx="3">
            <a:schemeClr val="accent1"/>
          </a:fillRef>
          <a:effectRef idx="2">
            <a:schemeClr val="accent1"/>
          </a:effectRef>
          <a:fontRef idx="minor">
            <a:schemeClr val="lt1"/>
          </a:fontRef>
        </p:style>
        <p:txBody>
          <a:bodyPr lIns="0" tIns="0" anchor="ctr">
            <a:noAutofit/>
          </a:bodyPr>
          <a:lstStyle>
            <a:lvl1pPr marL="0" indent="0" algn="ctr">
              <a:buNone/>
              <a:defRPr sz="3600" b="1" cap="none" spc="0">
                <a:ln w="10160">
                  <a:noFill/>
                  <a:prstDash val="solid"/>
                </a:ln>
                <a:solidFill>
                  <a:schemeClr val="bg2"/>
                </a:solidFill>
                <a:effectLst/>
                <a:latin typeface="Myriad Pro"/>
                <a:ea typeface="Adobe Fan Heiti Std B" panose="020B0700000000000000" pitchFamily="34" charset="-128"/>
              </a:defRPr>
            </a:lvl1pPr>
            <a:lvl2pPr marL="240030" indent="0">
              <a:buNone/>
              <a:defRPr sz="1050" b="1"/>
            </a:lvl2pPr>
            <a:lvl3pPr marL="480060" indent="0">
              <a:buNone/>
              <a:defRPr sz="945" b="1"/>
            </a:lvl3pPr>
            <a:lvl4pPr marL="720090" indent="0">
              <a:buNone/>
              <a:defRPr sz="840" b="1"/>
            </a:lvl4pPr>
            <a:lvl5pPr marL="960120" indent="0">
              <a:buNone/>
              <a:defRPr sz="840" b="1"/>
            </a:lvl5pPr>
            <a:lvl6pPr marL="1200150" indent="0">
              <a:buNone/>
              <a:defRPr sz="840" b="1"/>
            </a:lvl6pPr>
            <a:lvl7pPr marL="1440180" indent="0">
              <a:buNone/>
              <a:defRPr sz="840" b="1"/>
            </a:lvl7pPr>
            <a:lvl8pPr marL="1680210" indent="0">
              <a:buNone/>
              <a:defRPr sz="840" b="1"/>
            </a:lvl8pPr>
            <a:lvl9pPr marL="1920240" indent="0">
              <a:buNone/>
              <a:defRPr sz="840" b="1"/>
            </a:lvl9pPr>
          </a:lstStyle>
          <a:p>
            <a:pPr lvl="0"/>
            <a:r>
              <a:rPr lang="en-US" dirty="0"/>
              <a:t>ABSTRACT</a:t>
            </a:r>
          </a:p>
        </p:txBody>
      </p:sp>
      <p:sp>
        <p:nvSpPr>
          <p:cNvPr id="22" name="Text Placeholder 4"/>
          <p:cNvSpPr>
            <a:spLocks noGrp="1"/>
          </p:cNvSpPr>
          <p:nvPr>
            <p:ph type="body" sz="quarter" idx="25" hasCustomPrompt="1"/>
          </p:nvPr>
        </p:nvSpPr>
        <p:spPr>
          <a:xfrm>
            <a:off x="8726384" y="7700564"/>
            <a:ext cx="7733391" cy="786385"/>
          </a:xfrm>
          <a:prstGeom prst="rect">
            <a:avLst/>
          </a:prstGeom>
          <a:ln/>
        </p:spPr>
        <p:style>
          <a:lnRef idx="1">
            <a:schemeClr val="accent1"/>
          </a:lnRef>
          <a:fillRef idx="3">
            <a:schemeClr val="accent1"/>
          </a:fillRef>
          <a:effectRef idx="2">
            <a:schemeClr val="accent1"/>
          </a:effectRef>
          <a:fontRef idx="minor">
            <a:schemeClr val="lt1"/>
          </a:fontRef>
        </p:style>
        <p:txBody>
          <a:bodyPr anchor="ctr">
            <a:noAutofit/>
          </a:bodyPr>
          <a:lstStyle>
            <a:lvl1pPr marL="0" indent="0" algn="ctr">
              <a:buNone/>
              <a:defRPr sz="3600" b="1">
                <a:solidFill>
                  <a:schemeClr val="bg2"/>
                </a:solidFill>
                <a:latin typeface="Myriad Pro"/>
                <a:ea typeface="Adobe Fan Heiti Std B" panose="020B0700000000000000" pitchFamily="34" charset="-128"/>
              </a:defRPr>
            </a:lvl1pPr>
            <a:lvl2pPr marL="240030" indent="0">
              <a:buNone/>
              <a:defRPr sz="1050" b="1"/>
            </a:lvl2pPr>
            <a:lvl3pPr marL="480060" indent="0">
              <a:buNone/>
              <a:defRPr sz="945" b="1"/>
            </a:lvl3pPr>
            <a:lvl4pPr marL="720090" indent="0">
              <a:buNone/>
              <a:defRPr sz="840" b="1"/>
            </a:lvl4pPr>
            <a:lvl5pPr marL="960120" indent="0">
              <a:buNone/>
              <a:defRPr sz="840" b="1"/>
            </a:lvl5pPr>
            <a:lvl6pPr marL="1200150" indent="0">
              <a:buNone/>
              <a:defRPr sz="840" b="1"/>
            </a:lvl6pPr>
            <a:lvl7pPr marL="1440180" indent="0">
              <a:buNone/>
              <a:defRPr sz="840" b="1"/>
            </a:lvl7pPr>
            <a:lvl8pPr marL="1680210" indent="0">
              <a:buNone/>
              <a:defRPr sz="840" b="1"/>
            </a:lvl8pPr>
            <a:lvl9pPr marL="1920240" indent="0">
              <a:buNone/>
              <a:defRPr sz="840" b="1"/>
            </a:lvl9pPr>
          </a:lstStyle>
          <a:p>
            <a:pPr lvl="0"/>
            <a:r>
              <a:rPr lang="en-US" dirty="0"/>
              <a:t>RESULTS</a:t>
            </a:r>
          </a:p>
        </p:txBody>
      </p:sp>
      <p:sp>
        <p:nvSpPr>
          <p:cNvPr id="23" name="Text Placeholder 2"/>
          <p:cNvSpPr>
            <a:spLocks noGrp="1"/>
          </p:cNvSpPr>
          <p:nvPr>
            <p:ph type="body" idx="26" hasCustomPrompt="1"/>
          </p:nvPr>
        </p:nvSpPr>
        <p:spPr>
          <a:xfrm>
            <a:off x="531591" y="14476903"/>
            <a:ext cx="7632431" cy="787995"/>
          </a:xfrm>
          <a:prstGeom prst="rect">
            <a:avLst/>
          </a:prstGeom>
          <a:ln/>
        </p:spPr>
        <p:style>
          <a:lnRef idx="1">
            <a:schemeClr val="accent1"/>
          </a:lnRef>
          <a:fillRef idx="3">
            <a:schemeClr val="accent1"/>
          </a:fillRef>
          <a:effectRef idx="2">
            <a:schemeClr val="accent1"/>
          </a:effectRef>
          <a:fontRef idx="minor">
            <a:schemeClr val="lt1"/>
          </a:fontRef>
        </p:style>
        <p:txBody>
          <a:bodyPr lIns="0" tIns="0" anchor="ctr">
            <a:noAutofit/>
          </a:bodyPr>
          <a:lstStyle>
            <a:lvl1pPr marL="0" indent="0" algn="ctr">
              <a:buNone/>
              <a:defRPr sz="3600" b="1">
                <a:solidFill>
                  <a:schemeClr val="bg2"/>
                </a:solidFill>
                <a:latin typeface="Myriad Pro"/>
                <a:ea typeface="Adobe Fan Heiti Std B" panose="020B0700000000000000" pitchFamily="34" charset="-128"/>
              </a:defRPr>
            </a:lvl1pPr>
            <a:lvl2pPr marL="240030" indent="0">
              <a:buNone/>
              <a:defRPr sz="1050" b="1"/>
            </a:lvl2pPr>
            <a:lvl3pPr marL="480060" indent="0">
              <a:buNone/>
              <a:defRPr sz="945" b="1"/>
            </a:lvl3pPr>
            <a:lvl4pPr marL="720090" indent="0">
              <a:buNone/>
              <a:defRPr sz="840" b="1"/>
            </a:lvl4pPr>
            <a:lvl5pPr marL="960120" indent="0">
              <a:buNone/>
              <a:defRPr sz="840" b="1"/>
            </a:lvl5pPr>
            <a:lvl6pPr marL="1200150" indent="0">
              <a:buNone/>
              <a:defRPr sz="840" b="1"/>
            </a:lvl6pPr>
            <a:lvl7pPr marL="1440180" indent="0">
              <a:buNone/>
              <a:defRPr sz="840" b="1"/>
            </a:lvl7pPr>
            <a:lvl8pPr marL="1680210" indent="0">
              <a:buNone/>
              <a:defRPr sz="840" b="1"/>
            </a:lvl8pPr>
            <a:lvl9pPr marL="1920240" indent="0">
              <a:buNone/>
              <a:defRPr sz="840" b="1"/>
            </a:lvl9pPr>
          </a:lstStyle>
          <a:p>
            <a:pPr lvl="0"/>
            <a:r>
              <a:rPr lang="en-US" dirty="0"/>
              <a:t>INTRODUCTION</a:t>
            </a:r>
          </a:p>
        </p:txBody>
      </p:sp>
      <p:sp>
        <p:nvSpPr>
          <p:cNvPr id="4" name="Content Placeholder 3">
            <a:extLst>
              <a:ext uri="{FF2B5EF4-FFF2-40B4-BE49-F238E27FC236}">
                <a16:creationId xmlns:a16="http://schemas.microsoft.com/office/drawing/2014/main" id="{0DCC0F67-97E7-48D7-871C-74A5158829D2}"/>
              </a:ext>
            </a:extLst>
          </p:cNvPr>
          <p:cNvSpPr>
            <a:spLocks noGrp="1"/>
          </p:cNvSpPr>
          <p:nvPr>
            <p:ph sz="quarter" idx="27" hasCustomPrompt="1"/>
          </p:nvPr>
        </p:nvSpPr>
        <p:spPr>
          <a:xfrm>
            <a:off x="2038350" y="4440378"/>
            <a:ext cx="20701000" cy="999534"/>
          </a:xfrm>
        </p:spPr>
        <p:txBody>
          <a:bodyPr anchor="ctr">
            <a:normAutofit/>
          </a:bodyPr>
          <a:lstStyle>
            <a:lvl1pPr marL="0" indent="0" algn="ctr">
              <a:buNone/>
              <a:defRPr sz="5400">
                <a:solidFill>
                  <a:schemeClr val="accent2"/>
                </a:solidFill>
                <a:latin typeface="Myriad Pro"/>
              </a:defRPr>
            </a:lvl1pPr>
            <a:lvl2pPr marL="1259997" indent="0">
              <a:buNone/>
              <a:defRPr/>
            </a:lvl2pPr>
            <a:lvl3pPr marL="2519995" indent="0">
              <a:buNone/>
              <a:defRPr/>
            </a:lvl3pPr>
            <a:lvl4pPr marL="3779992" indent="0">
              <a:buNone/>
              <a:defRPr/>
            </a:lvl4pPr>
            <a:lvl5pPr marL="5039990" indent="0">
              <a:buNone/>
              <a:defRPr/>
            </a:lvl5pPr>
          </a:lstStyle>
          <a:p>
            <a:pPr lvl="0"/>
            <a:r>
              <a:rPr lang="en-US" dirty="0"/>
              <a:t>Authors (1), Authors (2), Authors (3),.......................</a:t>
            </a:r>
          </a:p>
        </p:txBody>
      </p:sp>
      <p:sp>
        <p:nvSpPr>
          <p:cNvPr id="7" name="Text Placeholder 6">
            <a:extLst>
              <a:ext uri="{FF2B5EF4-FFF2-40B4-BE49-F238E27FC236}">
                <a16:creationId xmlns:a16="http://schemas.microsoft.com/office/drawing/2014/main" id="{50F8F405-83F9-4E0C-9665-25ED8BEB33B9}"/>
              </a:ext>
            </a:extLst>
          </p:cNvPr>
          <p:cNvSpPr>
            <a:spLocks noGrp="1"/>
          </p:cNvSpPr>
          <p:nvPr>
            <p:ph type="body" sz="quarter" idx="28" hasCustomPrompt="1"/>
          </p:nvPr>
        </p:nvSpPr>
        <p:spPr>
          <a:xfrm>
            <a:off x="531592" y="8486949"/>
            <a:ext cx="7622077" cy="5815741"/>
          </a:xfrm>
          <a:ln>
            <a:solidFill>
              <a:schemeClr val="bg1"/>
            </a:solidFill>
          </a:ln>
        </p:spPr>
        <p:txBody>
          <a:bodyPr lIns="329184" tIns="320040">
            <a:normAutofit/>
          </a:bodyPr>
          <a:lstStyle>
            <a:lvl1pPr marL="0" marR="0" indent="0" algn="l" defTabSz="2519995" rtl="0" eaLnBrk="1" fontAlgn="auto" latinLnBrk="0" hangingPunct="1">
              <a:lnSpc>
                <a:spcPct val="90000"/>
              </a:lnSpc>
              <a:spcBef>
                <a:spcPts val="2756"/>
              </a:spcBef>
              <a:spcAft>
                <a:spcPts val="0"/>
              </a:spcAft>
              <a:buClrTx/>
              <a:buSzTx/>
              <a:buFont typeface="Arial" panose="020B0604020202020204" pitchFamily="34" charset="0"/>
              <a:buNone/>
              <a:tabLst/>
              <a:defRPr sz="2800">
                <a:solidFill>
                  <a:schemeClr val="accent3"/>
                </a:solidFill>
                <a:latin typeface="Myriad Pro"/>
              </a:defRPr>
            </a:lvl1pPr>
            <a:lvl2pPr marL="1259997" indent="0">
              <a:buNone/>
              <a:defRPr/>
            </a:lvl2pPr>
            <a:lvl3pPr marL="2519995" indent="0">
              <a:buNone/>
              <a:defRPr/>
            </a:lvl3pPr>
            <a:lvl4pPr marL="3779992" indent="0">
              <a:buNone/>
              <a:defRPr/>
            </a:lvl4pPr>
            <a:lvl5pPr marL="5039990" indent="0">
              <a:buNone/>
              <a:defRPr/>
            </a:lvl5pPr>
          </a:lstStyle>
          <a:p>
            <a:pPr marL="0" marR="0" lvl="0" indent="0" algn="l" defTabSz="2519995" rtl="0" eaLnBrk="1" fontAlgn="auto" latinLnBrk="0" hangingPunct="1">
              <a:lnSpc>
                <a:spcPct val="90000"/>
              </a:lnSpc>
              <a:spcBef>
                <a:spcPts val="2756"/>
              </a:spcBef>
              <a:spcAft>
                <a:spcPts val="0"/>
              </a:spcAft>
              <a:buClrTx/>
              <a:buSzTx/>
              <a:buFont typeface="Arial" panose="020B0604020202020204" pitchFamily="34" charset="0"/>
              <a:buNone/>
              <a:tabLst/>
              <a:defRPr/>
            </a:pPr>
            <a:r>
              <a:rPr lang="en-US" dirty="0"/>
              <a:t>Click to Add text</a:t>
            </a:r>
          </a:p>
        </p:txBody>
      </p:sp>
      <p:sp>
        <p:nvSpPr>
          <p:cNvPr id="64" name="Text Placeholder 63">
            <a:extLst>
              <a:ext uri="{FF2B5EF4-FFF2-40B4-BE49-F238E27FC236}">
                <a16:creationId xmlns:a16="http://schemas.microsoft.com/office/drawing/2014/main" id="{D02233B2-879A-4AED-A534-EAF7E3AB8BB2}"/>
              </a:ext>
            </a:extLst>
          </p:cNvPr>
          <p:cNvSpPr>
            <a:spLocks noGrp="1"/>
          </p:cNvSpPr>
          <p:nvPr>
            <p:ph type="body" sz="quarter" idx="32" hasCustomPrompt="1"/>
          </p:nvPr>
        </p:nvSpPr>
        <p:spPr>
          <a:xfrm>
            <a:off x="531591" y="23311571"/>
            <a:ext cx="7632431" cy="787995"/>
          </a:xfrm>
        </p:spPr>
        <p:style>
          <a:lnRef idx="1">
            <a:schemeClr val="accent1"/>
          </a:lnRef>
          <a:fillRef idx="3">
            <a:schemeClr val="accent1"/>
          </a:fillRef>
          <a:effectRef idx="2">
            <a:schemeClr val="accent1"/>
          </a:effectRef>
          <a:fontRef idx="minor">
            <a:schemeClr val="lt1"/>
          </a:fontRef>
        </p:style>
        <p:txBody>
          <a:bodyPr anchor="ctr">
            <a:normAutofit/>
          </a:bodyPr>
          <a:lstStyle>
            <a:lvl1pPr marL="0" indent="0" algn="ctr">
              <a:buFont typeface="Arial" panose="020B0604020202020204" pitchFamily="34" charset="0"/>
              <a:buNone/>
              <a:defRPr sz="3600" b="1">
                <a:solidFill>
                  <a:schemeClr val="bg2"/>
                </a:solidFill>
                <a:latin typeface="Myriad Pro"/>
              </a:defRPr>
            </a:lvl1pPr>
            <a:lvl2pPr marL="2117247" indent="-857250">
              <a:buFont typeface="Arial" panose="020B0604020202020204" pitchFamily="34" charset="0"/>
              <a:buChar char="•"/>
              <a:defRPr>
                <a:solidFill>
                  <a:schemeClr val="bg2"/>
                </a:solidFill>
              </a:defRPr>
            </a:lvl2pPr>
            <a:lvl3pPr marL="3205795" indent="-685800">
              <a:buFont typeface="Arial" panose="020B0604020202020204" pitchFamily="34" charset="0"/>
              <a:buChar char="•"/>
              <a:defRPr>
                <a:solidFill>
                  <a:schemeClr val="bg2"/>
                </a:solidFill>
              </a:defRPr>
            </a:lvl3pPr>
            <a:lvl4pPr marL="4465792" indent="-685800">
              <a:buFont typeface="Arial" panose="020B0604020202020204" pitchFamily="34" charset="0"/>
              <a:buChar char="•"/>
              <a:defRPr>
                <a:solidFill>
                  <a:schemeClr val="bg2"/>
                </a:solidFill>
              </a:defRPr>
            </a:lvl4pPr>
            <a:lvl5pPr marL="5725790" indent="-685800">
              <a:buFont typeface="Arial" panose="020B0604020202020204" pitchFamily="34" charset="0"/>
              <a:buChar char="•"/>
              <a:defRPr>
                <a:solidFill>
                  <a:schemeClr val="bg2"/>
                </a:solidFill>
              </a:defRPr>
            </a:lvl5pPr>
          </a:lstStyle>
          <a:p>
            <a:pPr lvl="0"/>
            <a:r>
              <a:rPr lang="en-US" dirty="0"/>
              <a:t>METHODS</a:t>
            </a:r>
          </a:p>
        </p:txBody>
      </p:sp>
      <p:sp>
        <p:nvSpPr>
          <p:cNvPr id="66" name="Text Placeholder 65">
            <a:extLst>
              <a:ext uri="{FF2B5EF4-FFF2-40B4-BE49-F238E27FC236}">
                <a16:creationId xmlns:a16="http://schemas.microsoft.com/office/drawing/2014/main" id="{BD2323ED-AAEA-48E2-A18B-16B54404FA6D}"/>
              </a:ext>
            </a:extLst>
          </p:cNvPr>
          <p:cNvSpPr>
            <a:spLocks noGrp="1"/>
          </p:cNvSpPr>
          <p:nvPr>
            <p:ph type="body" sz="quarter" idx="33" hasCustomPrompt="1"/>
          </p:nvPr>
        </p:nvSpPr>
        <p:spPr>
          <a:xfrm>
            <a:off x="531410" y="24099838"/>
            <a:ext cx="7622077" cy="8794499"/>
          </a:xfrm>
          <a:ln>
            <a:solidFill>
              <a:schemeClr val="bg1"/>
            </a:solidFill>
          </a:ln>
        </p:spPr>
        <p:txBody>
          <a:bodyPr lIns="329184" tIns="320040" rIns="0" bIns="0">
            <a:normAutofit/>
          </a:bodyPr>
          <a:lstStyle>
            <a:lvl1pPr marL="0" indent="0">
              <a:buNone/>
              <a:defRPr sz="2800">
                <a:solidFill>
                  <a:schemeClr val="accent3"/>
                </a:solidFill>
                <a:latin typeface="Myriad Pro"/>
              </a:defRPr>
            </a:lvl1pPr>
          </a:lstStyle>
          <a:p>
            <a:pPr lvl="0"/>
            <a:r>
              <a:rPr lang="en-US" dirty="0"/>
              <a:t>Click to Add text</a:t>
            </a:r>
          </a:p>
        </p:txBody>
      </p:sp>
      <p:sp>
        <p:nvSpPr>
          <p:cNvPr id="68" name="Content Placeholder 67">
            <a:extLst>
              <a:ext uri="{FF2B5EF4-FFF2-40B4-BE49-F238E27FC236}">
                <a16:creationId xmlns:a16="http://schemas.microsoft.com/office/drawing/2014/main" id="{E7A242FB-626F-4590-AD56-51D97BFFB2F7}"/>
              </a:ext>
            </a:extLst>
          </p:cNvPr>
          <p:cNvSpPr>
            <a:spLocks noGrp="1"/>
          </p:cNvSpPr>
          <p:nvPr>
            <p:ph sz="quarter" idx="34"/>
          </p:nvPr>
        </p:nvSpPr>
        <p:spPr>
          <a:xfrm>
            <a:off x="8725809" y="23311571"/>
            <a:ext cx="3690595" cy="4868862"/>
          </a:xfrm>
        </p:spPr>
        <p:txBody>
          <a:bodyPr lIns="329184" tIns="320040" rIns="0" bIns="0">
            <a:normAutofit/>
          </a:bodyPr>
          <a:lstStyle>
            <a:lvl1pPr marL="0" indent="0">
              <a:buFontTx/>
              <a:buNone/>
              <a:defRPr sz="2800"/>
            </a:lvl1pPr>
            <a:lvl2pPr marL="1259997" indent="0">
              <a:buFontTx/>
              <a:buNone/>
              <a:defRPr/>
            </a:lvl2pPr>
            <a:lvl3pPr marL="2519995" indent="0">
              <a:buFontTx/>
              <a:buNone/>
              <a:defRPr/>
            </a:lvl3pPr>
            <a:lvl4pPr marL="3779992" indent="0">
              <a:buFontTx/>
              <a:buNone/>
              <a:defRPr/>
            </a:lvl4pPr>
            <a:lvl5pPr marL="5039990" indent="0">
              <a:buFontTx/>
              <a:buNone/>
              <a:defRPr/>
            </a:lvl5pPr>
          </a:lstStyle>
          <a:p>
            <a:pPr lvl="0"/>
            <a:endParaRPr lang="en-US" dirty="0"/>
          </a:p>
        </p:txBody>
      </p:sp>
      <p:sp>
        <p:nvSpPr>
          <p:cNvPr id="77" name="Content Placeholder 76">
            <a:extLst>
              <a:ext uri="{FF2B5EF4-FFF2-40B4-BE49-F238E27FC236}">
                <a16:creationId xmlns:a16="http://schemas.microsoft.com/office/drawing/2014/main" id="{98A935FB-8C4B-4689-9A3C-6A643FE7960D}"/>
              </a:ext>
            </a:extLst>
          </p:cNvPr>
          <p:cNvSpPr>
            <a:spLocks noGrp="1"/>
          </p:cNvSpPr>
          <p:nvPr>
            <p:ph sz="quarter" idx="35"/>
          </p:nvPr>
        </p:nvSpPr>
        <p:spPr>
          <a:xfrm>
            <a:off x="12716402" y="23311571"/>
            <a:ext cx="3690595" cy="4868862"/>
          </a:xfrm>
        </p:spPr>
        <p:txBody>
          <a:bodyPr lIns="329184" tIns="320040" rIns="0" bIns="0">
            <a:normAutofit/>
          </a:bodyPr>
          <a:lstStyle>
            <a:lvl1pPr>
              <a:defRPr sz="2800"/>
            </a:lvl1pPr>
          </a:lstStyle>
          <a:p>
            <a:pPr lvl="0"/>
            <a:endParaRPr lang="en-US" dirty="0"/>
          </a:p>
        </p:txBody>
      </p:sp>
      <p:sp>
        <p:nvSpPr>
          <p:cNvPr id="79" name="Text Placeholder 78">
            <a:extLst>
              <a:ext uri="{FF2B5EF4-FFF2-40B4-BE49-F238E27FC236}">
                <a16:creationId xmlns:a16="http://schemas.microsoft.com/office/drawing/2014/main" id="{47469310-C9CB-4913-B8EA-434D2FDE283D}"/>
              </a:ext>
            </a:extLst>
          </p:cNvPr>
          <p:cNvSpPr>
            <a:spLocks noGrp="1"/>
          </p:cNvSpPr>
          <p:nvPr>
            <p:ph type="body" sz="quarter" idx="36"/>
          </p:nvPr>
        </p:nvSpPr>
        <p:spPr>
          <a:xfrm>
            <a:off x="531361" y="15265400"/>
            <a:ext cx="7621587" cy="7856538"/>
          </a:xfrm>
          <a:ln>
            <a:solidFill>
              <a:schemeClr val="bg1">
                <a:lumMod val="75000"/>
              </a:schemeClr>
            </a:solidFill>
          </a:ln>
        </p:spPr>
        <p:txBody>
          <a:bodyPr lIns="329184" tIns="320040" rIns="0" bIns="0">
            <a:normAutofit/>
          </a:bodyPr>
          <a:lstStyle>
            <a:lvl1pPr marL="0" indent="0">
              <a:buNone/>
              <a:defRPr sz="2800">
                <a:latin typeface="Myriad Pro"/>
              </a:defRPr>
            </a:lvl1pPr>
            <a:lvl2pPr marL="1259997" indent="0">
              <a:buNone/>
              <a:defRPr sz="2800"/>
            </a:lvl2pPr>
            <a:lvl3pPr marL="2519995" indent="0">
              <a:buNone/>
              <a:defRPr sz="2800"/>
            </a:lvl3pPr>
            <a:lvl4pPr marL="3779992" indent="0">
              <a:buNone/>
              <a:defRPr sz="2800"/>
            </a:lvl4pPr>
            <a:lvl5pPr marL="5039990" indent="0">
              <a:buNone/>
              <a:defRPr sz="2800"/>
            </a:lvl5pPr>
          </a:lstStyle>
          <a:p>
            <a:pPr lvl="0"/>
            <a:endParaRPr lang="en-US" dirty="0"/>
          </a:p>
        </p:txBody>
      </p:sp>
      <p:sp>
        <p:nvSpPr>
          <p:cNvPr id="81" name="Text Placeholder 80">
            <a:extLst>
              <a:ext uri="{FF2B5EF4-FFF2-40B4-BE49-F238E27FC236}">
                <a16:creationId xmlns:a16="http://schemas.microsoft.com/office/drawing/2014/main" id="{324D7628-DC5A-465C-8FA7-13EAC0D7A71F}"/>
              </a:ext>
            </a:extLst>
          </p:cNvPr>
          <p:cNvSpPr>
            <a:spLocks noGrp="1"/>
          </p:cNvSpPr>
          <p:nvPr>
            <p:ph type="body" sz="quarter" idx="37"/>
          </p:nvPr>
        </p:nvSpPr>
        <p:spPr>
          <a:xfrm>
            <a:off x="8725809" y="28380873"/>
            <a:ext cx="3690595" cy="721025"/>
          </a:xfrm>
          <a:solidFill>
            <a:schemeClr val="bg1">
              <a:lumMod val="20000"/>
              <a:lumOff val="80000"/>
            </a:schemeClr>
          </a:solidFill>
          <a:ln>
            <a:noFill/>
          </a:ln>
        </p:spPr>
        <p:style>
          <a:lnRef idx="3">
            <a:schemeClr val="lt1"/>
          </a:lnRef>
          <a:fillRef idx="1">
            <a:schemeClr val="accent5"/>
          </a:fillRef>
          <a:effectRef idx="1">
            <a:schemeClr val="accent5"/>
          </a:effectRef>
          <a:fontRef idx="minor">
            <a:schemeClr val="lt1"/>
          </a:fontRef>
        </p:style>
        <p:txBody>
          <a:bodyPr anchor="ctr">
            <a:normAutofit/>
          </a:bodyPr>
          <a:lstStyle>
            <a:lvl1pPr marL="0" indent="0" algn="ctr">
              <a:buFontTx/>
              <a:buNone/>
              <a:defRPr sz="2800">
                <a:solidFill>
                  <a:schemeClr val="accent3"/>
                </a:solidFill>
                <a:latin typeface="Myriad Pro"/>
              </a:defRPr>
            </a:lvl1pPr>
          </a:lstStyle>
          <a:p>
            <a:pPr lvl="0"/>
            <a:endParaRPr lang="en-US" dirty="0"/>
          </a:p>
        </p:txBody>
      </p:sp>
      <p:sp>
        <p:nvSpPr>
          <p:cNvPr id="83" name="Text Placeholder 82">
            <a:extLst>
              <a:ext uri="{FF2B5EF4-FFF2-40B4-BE49-F238E27FC236}">
                <a16:creationId xmlns:a16="http://schemas.microsoft.com/office/drawing/2014/main" id="{FB26F831-2F8B-478B-9388-62237578089A}"/>
              </a:ext>
            </a:extLst>
          </p:cNvPr>
          <p:cNvSpPr>
            <a:spLocks noGrp="1"/>
          </p:cNvSpPr>
          <p:nvPr>
            <p:ph type="body" sz="quarter" idx="38"/>
          </p:nvPr>
        </p:nvSpPr>
        <p:spPr>
          <a:xfrm>
            <a:off x="12716404" y="28380873"/>
            <a:ext cx="3690594" cy="721025"/>
          </a:xfrm>
          <a:solidFill>
            <a:schemeClr val="bg1">
              <a:lumMod val="20000"/>
              <a:lumOff val="80000"/>
            </a:schemeClr>
          </a:solidFill>
          <a:ln>
            <a:noFill/>
          </a:ln>
        </p:spPr>
        <p:style>
          <a:lnRef idx="3">
            <a:schemeClr val="lt1"/>
          </a:lnRef>
          <a:fillRef idx="1">
            <a:schemeClr val="accent5"/>
          </a:fillRef>
          <a:effectRef idx="1">
            <a:schemeClr val="accent5"/>
          </a:effectRef>
          <a:fontRef idx="minor">
            <a:schemeClr val="lt1"/>
          </a:fontRef>
        </p:style>
        <p:txBody>
          <a:bodyPr anchor="ctr">
            <a:normAutofit/>
          </a:bodyPr>
          <a:lstStyle>
            <a:lvl1pPr marL="0" indent="0" algn="ctr">
              <a:buNone/>
              <a:defRPr sz="2800">
                <a:solidFill>
                  <a:schemeClr val="accent3"/>
                </a:solidFill>
                <a:latin typeface="Myriad Pro"/>
              </a:defRPr>
            </a:lvl1pPr>
            <a:lvl2pPr algn="ctr">
              <a:defRPr>
                <a:latin typeface="Myriad Pro"/>
              </a:defRPr>
            </a:lvl2pPr>
            <a:lvl3pPr algn="ctr">
              <a:defRPr>
                <a:latin typeface="Myriad Pro"/>
              </a:defRPr>
            </a:lvl3pPr>
            <a:lvl4pPr algn="ctr">
              <a:defRPr>
                <a:latin typeface="Myriad Pro"/>
              </a:defRPr>
            </a:lvl4pPr>
            <a:lvl5pPr algn="ctr">
              <a:defRPr>
                <a:latin typeface="Myriad Pro"/>
              </a:defRPr>
            </a:lvl5pPr>
          </a:lstStyle>
          <a:p>
            <a:pPr lvl="0"/>
            <a:endParaRPr lang="en-US" dirty="0"/>
          </a:p>
        </p:txBody>
      </p:sp>
      <p:sp>
        <p:nvSpPr>
          <p:cNvPr id="85" name="Text Placeholder 84">
            <a:extLst>
              <a:ext uri="{FF2B5EF4-FFF2-40B4-BE49-F238E27FC236}">
                <a16:creationId xmlns:a16="http://schemas.microsoft.com/office/drawing/2014/main" id="{B6EC18D2-2370-4379-AD14-1F3188C8BA04}"/>
              </a:ext>
            </a:extLst>
          </p:cNvPr>
          <p:cNvSpPr>
            <a:spLocks noGrp="1"/>
          </p:cNvSpPr>
          <p:nvPr>
            <p:ph type="body" sz="quarter" idx="39"/>
          </p:nvPr>
        </p:nvSpPr>
        <p:spPr>
          <a:xfrm>
            <a:off x="8725810" y="29379229"/>
            <a:ext cx="7733390" cy="3515108"/>
          </a:xfrm>
          <a:ln>
            <a:solidFill>
              <a:schemeClr val="bg1"/>
            </a:solidFill>
          </a:ln>
        </p:spPr>
        <p:txBody>
          <a:bodyPr lIns="329184" tIns="320040" rIns="0" bIns="0">
            <a:normAutofit/>
          </a:bodyPr>
          <a:lstStyle>
            <a:lvl1pPr marL="0" indent="0">
              <a:buNone/>
              <a:defRPr sz="2800">
                <a:solidFill>
                  <a:schemeClr val="accent3"/>
                </a:solidFill>
                <a:latin typeface="Myriad Pro"/>
              </a:defRPr>
            </a:lvl1pPr>
            <a:lvl2pPr marL="1259997" indent="0">
              <a:buNone/>
              <a:defRPr sz="2800">
                <a:solidFill>
                  <a:schemeClr val="accent3"/>
                </a:solidFill>
                <a:latin typeface="Myriad Pro"/>
              </a:defRPr>
            </a:lvl2pPr>
            <a:lvl3pPr marL="2519995" indent="0">
              <a:buNone/>
              <a:defRPr sz="2800">
                <a:solidFill>
                  <a:schemeClr val="accent3"/>
                </a:solidFill>
                <a:latin typeface="Myriad Pro"/>
              </a:defRPr>
            </a:lvl3pPr>
            <a:lvl4pPr marL="3779992" indent="0">
              <a:buNone/>
              <a:defRPr sz="2800">
                <a:solidFill>
                  <a:schemeClr val="accent3"/>
                </a:solidFill>
                <a:latin typeface="Myriad Pro"/>
              </a:defRPr>
            </a:lvl4pPr>
            <a:lvl5pPr marL="5039990" indent="0">
              <a:buNone/>
              <a:defRPr sz="2800">
                <a:solidFill>
                  <a:schemeClr val="accent3"/>
                </a:solidFill>
                <a:latin typeface="Myriad Pro"/>
              </a:defRPr>
            </a:lvl5pPr>
          </a:lstStyle>
          <a:p>
            <a:pPr lvl="0"/>
            <a:endParaRPr lang="en-US" dirty="0"/>
          </a:p>
        </p:txBody>
      </p:sp>
      <p:sp>
        <p:nvSpPr>
          <p:cNvPr id="86" name="Text Placeholder 2">
            <a:extLst>
              <a:ext uri="{FF2B5EF4-FFF2-40B4-BE49-F238E27FC236}">
                <a16:creationId xmlns:a16="http://schemas.microsoft.com/office/drawing/2014/main" id="{539C5C80-BB6C-416A-B54F-AB117C44D4A9}"/>
              </a:ext>
            </a:extLst>
          </p:cNvPr>
          <p:cNvSpPr>
            <a:spLocks noGrp="1"/>
          </p:cNvSpPr>
          <p:nvPr>
            <p:ph type="body" idx="40" hasCustomPrompt="1"/>
          </p:nvPr>
        </p:nvSpPr>
        <p:spPr>
          <a:xfrm>
            <a:off x="17006774" y="7700566"/>
            <a:ext cx="7632431" cy="786384"/>
          </a:xfrm>
          <a:prstGeom prst="rect">
            <a:avLst/>
          </a:prstGeom>
          <a:ln/>
        </p:spPr>
        <p:style>
          <a:lnRef idx="1">
            <a:schemeClr val="accent1"/>
          </a:lnRef>
          <a:fillRef idx="3">
            <a:schemeClr val="accent1"/>
          </a:fillRef>
          <a:effectRef idx="2">
            <a:schemeClr val="accent1"/>
          </a:effectRef>
          <a:fontRef idx="minor">
            <a:schemeClr val="lt1"/>
          </a:fontRef>
        </p:style>
        <p:txBody>
          <a:bodyPr lIns="0" tIns="0" anchor="ctr">
            <a:noAutofit/>
          </a:bodyPr>
          <a:lstStyle>
            <a:lvl1pPr marL="0" indent="0" algn="ctr">
              <a:buNone/>
              <a:defRPr sz="3600" b="1" cap="none" spc="0">
                <a:ln w="10160">
                  <a:noFill/>
                  <a:prstDash val="solid"/>
                </a:ln>
                <a:solidFill>
                  <a:schemeClr val="bg2"/>
                </a:solidFill>
                <a:effectLst/>
                <a:latin typeface="Myriad Pro"/>
                <a:ea typeface="Adobe Fan Heiti Std B" panose="020B0700000000000000" pitchFamily="34" charset="-128"/>
              </a:defRPr>
            </a:lvl1pPr>
            <a:lvl2pPr marL="240030" indent="0">
              <a:buNone/>
              <a:defRPr sz="1050" b="1"/>
            </a:lvl2pPr>
            <a:lvl3pPr marL="480060" indent="0">
              <a:buNone/>
              <a:defRPr sz="945" b="1"/>
            </a:lvl3pPr>
            <a:lvl4pPr marL="720090" indent="0">
              <a:buNone/>
              <a:defRPr sz="840" b="1"/>
            </a:lvl4pPr>
            <a:lvl5pPr marL="960120" indent="0">
              <a:buNone/>
              <a:defRPr sz="840" b="1"/>
            </a:lvl5pPr>
            <a:lvl6pPr marL="1200150" indent="0">
              <a:buNone/>
              <a:defRPr sz="840" b="1"/>
            </a:lvl6pPr>
            <a:lvl7pPr marL="1440180" indent="0">
              <a:buNone/>
              <a:defRPr sz="840" b="1"/>
            </a:lvl7pPr>
            <a:lvl8pPr marL="1680210" indent="0">
              <a:buNone/>
              <a:defRPr sz="840" b="1"/>
            </a:lvl8pPr>
            <a:lvl9pPr marL="1920240" indent="0">
              <a:buNone/>
              <a:defRPr sz="840" b="1"/>
            </a:lvl9pPr>
          </a:lstStyle>
          <a:p>
            <a:pPr lvl="0"/>
            <a:r>
              <a:rPr lang="en-US" dirty="0"/>
              <a:t>SUMMARY</a:t>
            </a:r>
          </a:p>
        </p:txBody>
      </p:sp>
      <p:sp>
        <p:nvSpPr>
          <p:cNvPr id="87" name="Text Placeholder 2">
            <a:extLst>
              <a:ext uri="{FF2B5EF4-FFF2-40B4-BE49-F238E27FC236}">
                <a16:creationId xmlns:a16="http://schemas.microsoft.com/office/drawing/2014/main" id="{8A444545-3951-4447-9943-48815D84AE36}"/>
              </a:ext>
            </a:extLst>
          </p:cNvPr>
          <p:cNvSpPr>
            <a:spLocks noGrp="1"/>
          </p:cNvSpPr>
          <p:nvPr>
            <p:ph type="body" idx="41" hasCustomPrompt="1"/>
          </p:nvPr>
        </p:nvSpPr>
        <p:spPr>
          <a:xfrm>
            <a:off x="17006774" y="14476904"/>
            <a:ext cx="7632431" cy="787995"/>
          </a:xfrm>
          <a:prstGeom prst="rect">
            <a:avLst/>
          </a:prstGeom>
          <a:ln/>
        </p:spPr>
        <p:style>
          <a:lnRef idx="1">
            <a:schemeClr val="accent1"/>
          </a:lnRef>
          <a:fillRef idx="3">
            <a:schemeClr val="accent1"/>
          </a:fillRef>
          <a:effectRef idx="2">
            <a:schemeClr val="accent1"/>
          </a:effectRef>
          <a:fontRef idx="minor">
            <a:schemeClr val="lt1"/>
          </a:fontRef>
        </p:style>
        <p:txBody>
          <a:bodyPr lIns="0" tIns="0" anchor="ctr">
            <a:noAutofit/>
          </a:bodyPr>
          <a:lstStyle>
            <a:lvl1pPr marL="0" indent="0" algn="ctr">
              <a:buNone/>
              <a:defRPr sz="3600" b="1">
                <a:solidFill>
                  <a:schemeClr val="bg2"/>
                </a:solidFill>
                <a:latin typeface="Myriad Pro"/>
                <a:ea typeface="Adobe Fan Heiti Std B" panose="020B0700000000000000" pitchFamily="34" charset="-128"/>
              </a:defRPr>
            </a:lvl1pPr>
            <a:lvl2pPr marL="240030" indent="0">
              <a:buNone/>
              <a:defRPr sz="1050" b="1"/>
            </a:lvl2pPr>
            <a:lvl3pPr marL="480060" indent="0">
              <a:buNone/>
              <a:defRPr sz="945" b="1"/>
            </a:lvl3pPr>
            <a:lvl4pPr marL="720090" indent="0">
              <a:buNone/>
              <a:defRPr sz="840" b="1"/>
            </a:lvl4pPr>
            <a:lvl5pPr marL="960120" indent="0">
              <a:buNone/>
              <a:defRPr sz="840" b="1"/>
            </a:lvl5pPr>
            <a:lvl6pPr marL="1200150" indent="0">
              <a:buNone/>
              <a:defRPr sz="840" b="1"/>
            </a:lvl6pPr>
            <a:lvl7pPr marL="1440180" indent="0">
              <a:buNone/>
              <a:defRPr sz="840" b="1"/>
            </a:lvl7pPr>
            <a:lvl8pPr marL="1680210" indent="0">
              <a:buNone/>
              <a:defRPr sz="840" b="1"/>
            </a:lvl8pPr>
            <a:lvl9pPr marL="1920240" indent="0">
              <a:buNone/>
              <a:defRPr sz="840" b="1"/>
            </a:lvl9pPr>
          </a:lstStyle>
          <a:p>
            <a:pPr lvl="0"/>
            <a:r>
              <a:rPr lang="en-US" dirty="0"/>
              <a:t>CONCLUSIONS</a:t>
            </a:r>
          </a:p>
        </p:txBody>
      </p:sp>
      <p:sp>
        <p:nvSpPr>
          <p:cNvPr id="88" name="Text Placeholder 6">
            <a:extLst>
              <a:ext uri="{FF2B5EF4-FFF2-40B4-BE49-F238E27FC236}">
                <a16:creationId xmlns:a16="http://schemas.microsoft.com/office/drawing/2014/main" id="{AC17F5A9-446A-44F9-80A8-B7E8387A6BA2}"/>
              </a:ext>
            </a:extLst>
          </p:cNvPr>
          <p:cNvSpPr>
            <a:spLocks noGrp="1"/>
          </p:cNvSpPr>
          <p:nvPr>
            <p:ph type="body" sz="quarter" idx="42" hasCustomPrompt="1"/>
          </p:nvPr>
        </p:nvSpPr>
        <p:spPr>
          <a:xfrm>
            <a:off x="17006775" y="8486950"/>
            <a:ext cx="7622077" cy="5815741"/>
          </a:xfrm>
          <a:ln>
            <a:solidFill>
              <a:schemeClr val="bg1"/>
            </a:solidFill>
          </a:ln>
        </p:spPr>
        <p:txBody>
          <a:bodyPr lIns="329184" tIns="320040">
            <a:normAutofit/>
          </a:bodyPr>
          <a:lstStyle>
            <a:lvl1pPr marL="0" marR="0" indent="0" algn="l" defTabSz="2519995" rtl="0" eaLnBrk="1" fontAlgn="auto" latinLnBrk="0" hangingPunct="1">
              <a:lnSpc>
                <a:spcPct val="90000"/>
              </a:lnSpc>
              <a:spcBef>
                <a:spcPts val="2756"/>
              </a:spcBef>
              <a:spcAft>
                <a:spcPts val="0"/>
              </a:spcAft>
              <a:buClrTx/>
              <a:buSzTx/>
              <a:buFont typeface="Arial" panose="020B0604020202020204" pitchFamily="34" charset="0"/>
              <a:buNone/>
              <a:tabLst/>
              <a:defRPr sz="2800">
                <a:solidFill>
                  <a:schemeClr val="accent3"/>
                </a:solidFill>
                <a:latin typeface="Myriad Pro"/>
              </a:defRPr>
            </a:lvl1pPr>
            <a:lvl2pPr marL="1259997" indent="0">
              <a:buNone/>
              <a:defRPr/>
            </a:lvl2pPr>
            <a:lvl3pPr marL="2519995" indent="0">
              <a:buNone/>
              <a:defRPr/>
            </a:lvl3pPr>
            <a:lvl4pPr marL="3779992" indent="0">
              <a:buNone/>
              <a:defRPr/>
            </a:lvl4pPr>
            <a:lvl5pPr marL="5039990" indent="0">
              <a:buNone/>
              <a:defRPr/>
            </a:lvl5pPr>
          </a:lstStyle>
          <a:p>
            <a:pPr marL="0" marR="0" lvl="0" indent="0" algn="l" defTabSz="2519995" rtl="0" eaLnBrk="1" fontAlgn="auto" latinLnBrk="0" hangingPunct="1">
              <a:lnSpc>
                <a:spcPct val="90000"/>
              </a:lnSpc>
              <a:spcBef>
                <a:spcPts val="2756"/>
              </a:spcBef>
              <a:spcAft>
                <a:spcPts val="0"/>
              </a:spcAft>
              <a:buClrTx/>
              <a:buSzTx/>
              <a:buFont typeface="Arial" panose="020B0604020202020204" pitchFamily="34" charset="0"/>
              <a:buNone/>
              <a:tabLst/>
              <a:defRPr/>
            </a:pPr>
            <a:r>
              <a:rPr lang="en-US" dirty="0"/>
              <a:t>Click to Add text</a:t>
            </a:r>
          </a:p>
        </p:txBody>
      </p:sp>
      <p:sp>
        <p:nvSpPr>
          <p:cNvPr id="89" name="Text Placeholder 78">
            <a:extLst>
              <a:ext uri="{FF2B5EF4-FFF2-40B4-BE49-F238E27FC236}">
                <a16:creationId xmlns:a16="http://schemas.microsoft.com/office/drawing/2014/main" id="{E378ACFF-40DD-4DA3-A735-3BC6FBEDCE3C}"/>
              </a:ext>
            </a:extLst>
          </p:cNvPr>
          <p:cNvSpPr>
            <a:spLocks noGrp="1"/>
          </p:cNvSpPr>
          <p:nvPr>
            <p:ph type="body" sz="quarter" idx="43"/>
          </p:nvPr>
        </p:nvSpPr>
        <p:spPr>
          <a:xfrm>
            <a:off x="17017618" y="15265401"/>
            <a:ext cx="7621587" cy="7856538"/>
          </a:xfrm>
        </p:spPr>
        <p:txBody>
          <a:bodyPr lIns="329184" tIns="320040" rIns="0" bIns="0">
            <a:normAutofit/>
          </a:bodyPr>
          <a:lstStyle>
            <a:lvl1pPr marL="0" indent="0">
              <a:buNone/>
              <a:defRPr sz="2800">
                <a:latin typeface="Myriad Pro"/>
              </a:defRPr>
            </a:lvl1pPr>
            <a:lvl2pPr marL="1259997" indent="0">
              <a:buNone/>
              <a:defRPr sz="2800"/>
            </a:lvl2pPr>
            <a:lvl3pPr marL="2519995" indent="0">
              <a:buNone/>
              <a:defRPr sz="2800"/>
            </a:lvl3pPr>
            <a:lvl4pPr marL="3779992" indent="0">
              <a:buNone/>
              <a:defRPr sz="2800"/>
            </a:lvl4pPr>
            <a:lvl5pPr marL="5039990" indent="0">
              <a:buNone/>
              <a:defRPr sz="2800"/>
            </a:lvl5pPr>
          </a:lstStyle>
          <a:p>
            <a:pPr lvl="0"/>
            <a:endParaRPr lang="en-US" dirty="0"/>
          </a:p>
        </p:txBody>
      </p:sp>
      <p:sp>
        <p:nvSpPr>
          <p:cNvPr id="90" name="Text Placeholder 63">
            <a:extLst>
              <a:ext uri="{FF2B5EF4-FFF2-40B4-BE49-F238E27FC236}">
                <a16:creationId xmlns:a16="http://schemas.microsoft.com/office/drawing/2014/main" id="{6827801F-30CC-4728-AE56-CC1F71CD0FBC}"/>
              </a:ext>
            </a:extLst>
          </p:cNvPr>
          <p:cNvSpPr>
            <a:spLocks noGrp="1"/>
          </p:cNvSpPr>
          <p:nvPr>
            <p:ph type="body" sz="quarter" idx="44" hasCustomPrompt="1"/>
          </p:nvPr>
        </p:nvSpPr>
        <p:spPr>
          <a:xfrm>
            <a:off x="17006774" y="23463971"/>
            <a:ext cx="7632431" cy="787995"/>
          </a:xfrm>
        </p:spPr>
        <p:style>
          <a:lnRef idx="1">
            <a:schemeClr val="accent1"/>
          </a:lnRef>
          <a:fillRef idx="3">
            <a:schemeClr val="accent1"/>
          </a:fillRef>
          <a:effectRef idx="2">
            <a:schemeClr val="accent1"/>
          </a:effectRef>
          <a:fontRef idx="minor">
            <a:schemeClr val="lt1"/>
          </a:fontRef>
        </p:style>
        <p:txBody>
          <a:bodyPr anchor="ctr">
            <a:normAutofit/>
          </a:bodyPr>
          <a:lstStyle>
            <a:lvl1pPr marL="0" indent="0" algn="ctr">
              <a:buFont typeface="Arial" panose="020B0604020202020204" pitchFamily="34" charset="0"/>
              <a:buNone/>
              <a:defRPr sz="3600" b="1">
                <a:solidFill>
                  <a:schemeClr val="bg2"/>
                </a:solidFill>
                <a:latin typeface="Myriad Pro"/>
              </a:defRPr>
            </a:lvl1pPr>
            <a:lvl2pPr marL="2117247" indent="-857250">
              <a:buFont typeface="Arial" panose="020B0604020202020204" pitchFamily="34" charset="0"/>
              <a:buChar char="•"/>
              <a:defRPr>
                <a:solidFill>
                  <a:schemeClr val="bg2"/>
                </a:solidFill>
              </a:defRPr>
            </a:lvl2pPr>
            <a:lvl3pPr marL="3205795" indent="-685800">
              <a:buFont typeface="Arial" panose="020B0604020202020204" pitchFamily="34" charset="0"/>
              <a:buChar char="•"/>
              <a:defRPr>
                <a:solidFill>
                  <a:schemeClr val="bg2"/>
                </a:solidFill>
              </a:defRPr>
            </a:lvl3pPr>
            <a:lvl4pPr marL="4465792" indent="-685800">
              <a:buFont typeface="Arial" panose="020B0604020202020204" pitchFamily="34" charset="0"/>
              <a:buChar char="•"/>
              <a:defRPr>
                <a:solidFill>
                  <a:schemeClr val="bg2"/>
                </a:solidFill>
              </a:defRPr>
            </a:lvl4pPr>
            <a:lvl5pPr marL="5725790" indent="-685800">
              <a:buFont typeface="Arial" panose="020B0604020202020204" pitchFamily="34" charset="0"/>
              <a:buChar char="•"/>
              <a:defRPr>
                <a:solidFill>
                  <a:schemeClr val="bg2"/>
                </a:solidFill>
              </a:defRPr>
            </a:lvl5pPr>
          </a:lstStyle>
          <a:p>
            <a:pPr lvl="0"/>
            <a:r>
              <a:rPr lang="en-US" dirty="0"/>
              <a:t>REFERENCES</a:t>
            </a:r>
          </a:p>
        </p:txBody>
      </p:sp>
      <p:sp>
        <p:nvSpPr>
          <p:cNvPr id="91" name="Text Placeholder 65">
            <a:extLst>
              <a:ext uri="{FF2B5EF4-FFF2-40B4-BE49-F238E27FC236}">
                <a16:creationId xmlns:a16="http://schemas.microsoft.com/office/drawing/2014/main" id="{D25B8F64-7CD3-4BB1-A154-EDEE3B4BEC89}"/>
              </a:ext>
            </a:extLst>
          </p:cNvPr>
          <p:cNvSpPr>
            <a:spLocks noGrp="1"/>
          </p:cNvSpPr>
          <p:nvPr>
            <p:ph type="body" sz="quarter" idx="45" hasCustomPrompt="1"/>
          </p:nvPr>
        </p:nvSpPr>
        <p:spPr>
          <a:xfrm>
            <a:off x="17017128" y="24252238"/>
            <a:ext cx="7622077" cy="7719105"/>
          </a:xfrm>
          <a:ln>
            <a:solidFill>
              <a:schemeClr val="bg1"/>
            </a:solidFill>
          </a:ln>
        </p:spPr>
        <p:txBody>
          <a:bodyPr lIns="329184" tIns="320040" rIns="0" bIns="0">
            <a:normAutofit/>
          </a:bodyPr>
          <a:lstStyle>
            <a:lvl1pPr marL="0" indent="0">
              <a:buNone/>
              <a:defRPr sz="2800">
                <a:solidFill>
                  <a:schemeClr val="accent3"/>
                </a:solidFill>
                <a:latin typeface="Myriad Pro"/>
              </a:defRPr>
            </a:lvl1pPr>
          </a:lstStyle>
          <a:p>
            <a:pPr lvl="0"/>
            <a:r>
              <a:rPr lang="en-US" dirty="0"/>
              <a:t>Click to Add text</a:t>
            </a:r>
          </a:p>
        </p:txBody>
      </p:sp>
    </p:spTree>
    <p:extLst>
      <p:ext uri="{BB962C8B-B14F-4D97-AF65-F5344CB8AC3E}">
        <p14:creationId xmlns:p14="http://schemas.microsoft.com/office/powerpoint/2010/main" val="3957104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159831" y="9511622"/>
            <a:ext cx="9524335" cy="22051917"/>
          </a:xfrm>
          <a:prstGeom prst="rect">
            <a:avLst/>
          </a:prstGeom>
          <a:ln>
            <a:solidFill>
              <a:srgbClr val="202C55"/>
            </a:solidFill>
          </a:ln>
        </p:spPr>
        <p:txBody>
          <a:bodyPr lIns="540000" tIns="540000" anchor="t">
            <a:normAutofit/>
          </a:bodyPr>
          <a:lstStyle>
            <a:lvl1pPr algn="l">
              <a:defRPr sz="2800" b="0" cap="all">
                <a:solidFill>
                  <a:srgbClr val="003D54"/>
                </a:solidFill>
                <a:effectLst>
                  <a:glow rad="38100">
                    <a:schemeClr val="bg1">
                      <a:lumMod val="65000"/>
                      <a:lumOff val="35000"/>
                      <a:alpha val="40000"/>
                    </a:schemeClr>
                  </a:glow>
                </a:effectLst>
                <a:latin typeface="Abadi" panose="020B0604020202020204" pitchFamily="34" charset="0"/>
                <a:ea typeface="Adobe Fan Heiti Std B" panose="020B0700000000000000" pitchFamily="34" charset="-128"/>
              </a:defRPr>
            </a:lvl1pPr>
          </a:lstStyle>
          <a:p>
            <a:r>
              <a:rPr lang="en-US" dirty="0"/>
              <a:t>Click to edit Master title style</a:t>
            </a:r>
          </a:p>
        </p:txBody>
      </p:sp>
      <p:sp>
        <p:nvSpPr>
          <p:cNvPr id="3" name="Text Placeholder 2"/>
          <p:cNvSpPr>
            <a:spLocks noGrp="1"/>
          </p:cNvSpPr>
          <p:nvPr>
            <p:ph type="body" idx="1"/>
          </p:nvPr>
        </p:nvSpPr>
        <p:spPr>
          <a:xfrm>
            <a:off x="13082660" y="9511622"/>
            <a:ext cx="9780441" cy="22051917"/>
          </a:xfrm>
          <a:prstGeom prst="rect">
            <a:avLst/>
          </a:prstGeom>
          <a:ln>
            <a:solidFill>
              <a:srgbClr val="202C55"/>
            </a:solidFill>
          </a:ln>
        </p:spPr>
        <p:txBody>
          <a:bodyPr lIns="540000" tIns="540000" anchor="t">
            <a:normAutofit/>
          </a:bodyPr>
          <a:lstStyle>
            <a:lvl1pPr marL="0" indent="0" algn="l" rtl="0">
              <a:buNone/>
              <a:defRPr sz="2800">
                <a:solidFill>
                  <a:srgbClr val="003D54"/>
                </a:solidFill>
                <a:latin typeface="Abadi" panose="020B0604020202020204" pitchFamily="34" charset="0"/>
                <a:ea typeface="Adobe Fan Heiti Std B" panose="020B0700000000000000" pitchFamily="34" charset="-128"/>
              </a:defRPr>
            </a:lvl1pPr>
            <a:lvl2pPr marL="240030" indent="0">
              <a:buNone/>
              <a:defRPr sz="945">
                <a:solidFill>
                  <a:schemeClr val="tx1">
                    <a:tint val="75000"/>
                  </a:schemeClr>
                </a:solidFill>
              </a:defRPr>
            </a:lvl2pPr>
            <a:lvl3pPr marL="480060" indent="0">
              <a:buNone/>
              <a:defRPr sz="840">
                <a:solidFill>
                  <a:schemeClr val="tx1">
                    <a:tint val="75000"/>
                  </a:schemeClr>
                </a:solidFill>
              </a:defRPr>
            </a:lvl3pPr>
            <a:lvl4pPr marL="720090" indent="0">
              <a:buNone/>
              <a:defRPr sz="735">
                <a:solidFill>
                  <a:schemeClr val="tx1">
                    <a:tint val="75000"/>
                  </a:schemeClr>
                </a:solidFill>
              </a:defRPr>
            </a:lvl4pPr>
            <a:lvl5pPr marL="960120" indent="0">
              <a:buNone/>
              <a:defRPr sz="735">
                <a:solidFill>
                  <a:schemeClr val="tx1">
                    <a:tint val="75000"/>
                  </a:schemeClr>
                </a:solidFill>
              </a:defRPr>
            </a:lvl5pPr>
            <a:lvl6pPr marL="1200150" indent="0">
              <a:buNone/>
              <a:defRPr sz="735">
                <a:solidFill>
                  <a:schemeClr val="tx1">
                    <a:tint val="75000"/>
                  </a:schemeClr>
                </a:solidFill>
              </a:defRPr>
            </a:lvl6pPr>
            <a:lvl7pPr marL="1440180" indent="0">
              <a:buNone/>
              <a:defRPr sz="735">
                <a:solidFill>
                  <a:schemeClr val="tx1">
                    <a:tint val="75000"/>
                  </a:schemeClr>
                </a:solidFill>
              </a:defRPr>
            </a:lvl7pPr>
            <a:lvl8pPr marL="1680210" indent="0">
              <a:buNone/>
              <a:defRPr sz="735">
                <a:solidFill>
                  <a:schemeClr val="tx1">
                    <a:tint val="75000"/>
                  </a:schemeClr>
                </a:solidFill>
              </a:defRPr>
            </a:lvl8pPr>
            <a:lvl9pPr marL="1920240" indent="0">
              <a:buNone/>
              <a:defRPr sz="735">
                <a:solidFill>
                  <a:schemeClr val="tx1">
                    <a:tint val="75000"/>
                  </a:schemeClr>
                </a:solidFill>
              </a:defRPr>
            </a:lvl9pPr>
          </a:lstStyle>
          <a:p>
            <a:pPr lvl="0"/>
            <a:r>
              <a:rPr lang="en-US" dirty="0"/>
              <a:t>Click to edit Master text styles</a:t>
            </a:r>
          </a:p>
        </p:txBody>
      </p:sp>
      <p:sp>
        <p:nvSpPr>
          <p:cNvPr id="7" name="Footer Placeholder 4"/>
          <p:cNvSpPr txBox="1">
            <a:spLocks/>
          </p:cNvSpPr>
          <p:nvPr userDrawn="1"/>
        </p:nvSpPr>
        <p:spPr>
          <a:xfrm>
            <a:off x="2255289" y="32321276"/>
            <a:ext cx="15499576" cy="1916654"/>
          </a:xfrm>
          <a:prstGeom prst="rect">
            <a:avLst/>
          </a:prstGeom>
        </p:spPr>
        <p:txBody>
          <a:bodyPr vert="horz" lIns="91440" tIns="45720" rIns="91440" bIns="45720" rtlCol="0" anchor="ctr"/>
          <a:lstStyle>
            <a:defPPr>
              <a:defRPr lang="ar-SA"/>
            </a:defPPr>
            <a:lvl1pPr marL="0" algn="l" defTabSz="3338109" rtl="1" eaLnBrk="1" latinLnBrk="0" hangingPunct="1">
              <a:defRPr sz="7200" b="1" i="0" kern="1200">
                <a:solidFill>
                  <a:schemeClr val="tx1">
                    <a:lumMod val="75000"/>
                  </a:schemeClr>
                </a:solidFill>
                <a:effectLst>
                  <a:outerShdw blurRad="50800" dist="38100" dir="2700000" algn="tl" rotWithShape="0">
                    <a:srgbClr val="000000">
                      <a:alpha val="43000"/>
                    </a:srgbClr>
                  </a:outerShdw>
                </a:effectLst>
                <a:latin typeface="+mn-lt"/>
                <a:ea typeface="+mn-ea"/>
                <a:cs typeface="+mn-cs"/>
              </a:defRPr>
            </a:lvl1pPr>
            <a:lvl2pPr marL="1669054" algn="r" defTabSz="3338109" rtl="1" eaLnBrk="1" latinLnBrk="0" hangingPunct="1">
              <a:defRPr sz="6571" kern="1200">
                <a:solidFill>
                  <a:schemeClr val="tx1"/>
                </a:solidFill>
                <a:latin typeface="+mn-lt"/>
                <a:ea typeface="+mn-ea"/>
                <a:cs typeface="+mn-cs"/>
              </a:defRPr>
            </a:lvl2pPr>
            <a:lvl3pPr marL="3338109" algn="r" defTabSz="3338109" rtl="1" eaLnBrk="1" latinLnBrk="0" hangingPunct="1">
              <a:defRPr sz="6571" kern="1200">
                <a:solidFill>
                  <a:schemeClr val="tx1"/>
                </a:solidFill>
                <a:latin typeface="+mn-lt"/>
                <a:ea typeface="+mn-ea"/>
                <a:cs typeface="+mn-cs"/>
              </a:defRPr>
            </a:lvl3pPr>
            <a:lvl4pPr marL="5007163" algn="r" defTabSz="3338109" rtl="1" eaLnBrk="1" latinLnBrk="0" hangingPunct="1">
              <a:defRPr sz="6571" kern="1200">
                <a:solidFill>
                  <a:schemeClr val="tx1"/>
                </a:solidFill>
                <a:latin typeface="+mn-lt"/>
                <a:ea typeface="+mn-ea"/>
                <a:cs typeface="+mn-cs"/>
              </a:defRPr>
            </a:lvl4pPr>
            <a:lvl5pPr marL="6676217" algn="r" defTabSz="3338109" rtl="1" eaLnBrk="1" latinLnBrk="0" hangingPunct="1">
              <a:defRPr sz="6571" kern="1200">
                <a:solidFill>
                  <a:schemeClr val="tx1"/>
                </a:solidFill>
                <a:latin typeface="+mn-lt"/>
                <a:ea typeface="+mn-ea"/>
                <a:cs typeface="+mn-cs"/>
              </a:defRPr>
            </a:lvl5pPr>
            <a:lvl6pPr marL="8345272" algn="r" defTabSz="3338109" rtl="1" eaLnBrk="1" latinLnBrk="0" hangingPunct="1">
              <a:defRPr sz="6571" kern="1200">
                <a:solidFill>
                  <a:schemeClr val="tx1"/>
                </a:solidFill>
                <a:latin typeface="+mn-lt"/>
                <a:ea typeface="+mn-ea"/>
                <a:cs typeface="+mn-cs"/>
              </a:defRPr>
            </a:lvl6pPr>
            <a:lvl7pPr marL="10014326" algn="r" defTabSz="3338109" rtl="1" eaLnBrk="1" latinLnBrk="0" hangingPunct="1">
              <a:defRPr sz="6571" kern="1200">
                <a:solidFill>
                  <a:schemeClr val="tx1"/>
                </a:solidFill>
                <a:latin typeface="+mn-lt"/>
                <a:ea typeface="+mn-ea"/>
                <a:cs typeface="+mn-cs"/>
              </a:defRPr>
            </a:lvl7pPr>
            <a:lvl8pPr marL="11683380" algn="r" defTabSz="3338109" rtl="1" eaLnBrk="1" latinLnBrk="0" hangingPunct="1">
              <a:defRPr sz="6571" kern="1200">
                <a:solidFill>
                  <a:schemeClr val="tx1"/>
                </a:solidFill>
                <a:latin typeface="+mn-lt"/>
                <a:ea typeface="+mn-ea"/>
                <a:cs typeface="+mn-cs"/>
              </a:defRPr>
            </a:lvl8pPr>
            <a:lvl9pPr marL="13352435" algn="r" defTabSz="3338109" rtl="1" eaLnBrk="1" latinLnBrk="0" hangingPunct="1">
              <a:defRPr sz="6571" kern="1200">
                <a:solidFill>
                  <a:schemeClr val="tx1"/>
                </a:solidFill>
                <a:latin typeface="+mn-lt"/>
                <a:ea typeface="+mn-ea"/>
                <a:cs typeface="+mn-cs"/>
              </a:defRPr>
            </a:lvl9pPr>
          </a:lstStyle>
          <a:p>
            <a:endParaRPr lang="ar-SA" dirty="0"/>
          </a:p>
        </p:txBody>
      </p:sp>
      <p:sp>
        <p:nvSpPr>
          <p:cNvPr id="16" name="Text Placeholder 2"/>
          <p:cNvSpPr>
            <a:spLocks noGrp="1"/>
          </p:cNvSpPr>
          <p:nvPr>
            <p:ph type="body" idx="24"/>
          </p:nvPr>
        </p:nvSpPr>
        <p:spPr>
          <a:xfrm>
            <a:off x="2159831" y="8002091"/>
            <a:ext cx="9524335" cy="1509531"/>
          </a:xfrm>
          <a:prstGeom prst="rect">
            <a:avLst/>
          </a:prstGeom>
          <a:ln/>
        </p:spPr>
        <p:style>
          <a:lnRef idx="1">
            <a:schemeClr val="accent1"/>
          </a:lnRef>
          <a:fillRef idx="3">
            <a:schemeClr val="accent1"/>
          </a:fillRef>
          <a:effectRef idx="2">
            <a:schemeClr val="accent1"/>
          </a:effectRef>
          <a:fontRef idx="minor">
            <a:schemeClr val="lt1"/>
          </a:fontRef>
        </p:style>
        <p:txBody>
          <a:bodyPr lIns="0" tIns="0" anchor="ctr">
            <a:noAutofit/>
          </a:bodyPr>
          <a:lstStyle>
            <a:lvl1pPr marL="0" indent="0" algn="ctr">
              <a:buNone/>
              <a:defRPr sz="4400" b="0">
                <a:solidFill>
                  <a:schemeClr val="bg2"/>
                </a:solidFill>
                <a:latin typeface="Abadi" panose="020B0604020202020204" pitchFamily="34" charset="0"/>
                <a:ea typeface="Adobe Fan Heiti Std B" panose="020B0700000000000000" pitchFamily="34" charset="-128"/>
              </a:defRPr>
            </a:lvl1pPr>
            <a:lvl2pPr marL="240030" indent="0">
              <a:buNone/>
              <a:defRPr sz="1050" b="1"/>
            </a:lvl2pPr>
            <a:lvl3pPr marL="480060" indent="0">
              <a:buNone/>
              <a:defRPr sz="945" b="1"/>
            </a:lvl3pPr>
            <a:lvl4pPr marL="720090" indent="0">
              <a:buNone/>
              <a:defRPr sz="840" b="1"/>
            </a:lvl4pPr>
            <a:lvl5pPr marL="960120" indent="0">
              <a:buNone/>
              <a:defRPr sz="840" b="1"/>
            </a:lvl5pPr>
            <a:lvl6pPr marL="1200150" indent="0">
              <a:buNone/>
              <a:defRPr sz="840" b="1"/>
            </a:lvl6pPr>
            <a:lvl7pPr marL="1440180" indent="0">
              <a:buNone/>
              <a:defRPr sz="840" b="1"/>
            </a:lvl7pPr>
            <a:lvl8pPr marL="1680210" indent="0">
              <a:buNone/>
              <a:defRPr sz="840" b="1"/>
            </a:lvl8pPr>
            <a:lvl9pPr marL="1920240" indent="0">
              <a:buNone/>
              <a:defRPr sz="840" b="1"/>
            </a:lvl9pPr>
          </a:lstStyle>
          <a:p>
            <a:pPr lvl="0"/>
            <a:r>
              <a:rPr lang="en-US" dirty="0"/>
              <a:t>Click to edit Master text styles</a:t>
            </a:r>
          </a:p>
        </p:txBody>
      </p:sp>
      <p:sp>
        <p:nvSpPr>
          <p:cNvPr id="17" name="Text Placeholder 4"/>
          <p:cNvSpPr>
            <a:spLocks noGrp="1"/>
          </p:cNvSpPr>
          <p:nvPr>
            <p:ph type="body" sz="quarter" idx="25"/>
          </p:nvPr>
        </p:nvSpPr>
        <p:spPr>
          <a:xfrm>
            <a:off x="13082660" y="8002091"/>
            <a:ext cx="9780441" cy="1509531"/>
          </a:xfrm>
          <a:prstGeom prst="rect">
            <a:avLst/>
          </a:prstGeom>
          <a:ln/>
        </p:spPr>
        <p:style>
          <a:lnRef idx="1">
            <a:schemeClr val="accent1"/>
          </a:lnRef>
          <a:fillRef idx="3">
            <a:schemeClr val="accent1"/>
          </a:fillRef>
          <a:effectRef idx="2">
            <a:schemeClr val="accent1"/>
          </a:effectRef>
          <a:fontRef idx="minor">
            <a:schemeClr val="lt1"/>
          </a:fontRef>
        </p:style>
        <p:txBody>
          <a:bodyPr anchor="ctr">
            <a:noAutofit/>
          </a:bodyPr>
          <a:lstStyle>
            <a:lvl1pPr marL="0" indent="0" algn="ctr">
              <a:buNone/>
              <a:defRPr sz="4400" b="0">
                <a:solidFill>
                  <a:schemeClr val="bg2"/>
                </a:solidFill>
                <a:latin typeface="Abadi" panose="020B0604020202020204" pitchFamily="34" charset="0"/>
                <a:ea typeface="Adobe Fan Heiti Std B" panose="020B0700000000000000" pitchFamily="34" charset="-128"/>
              </a:defRPr>
            </a:lvl1pPr>
            <a:lvl2pPr marL="240030" indent="0">
              <a:buNone/>
              <a:defRPr sz="1050" b="1"/>
            </a:lvl2pPr>
            <a:lvl3pPr marL="480060" indent="0">
              <a:buNone/>
              <a:defRPr sz="945" b="1"/>
            </a:lvl3pPr>
            <a:lvl4pPr marL="720090" indent="0">
              <a:buNone/>
              <a:defRPr sz="840" b="1"/>
            </a:lvl4pPr>
            <a:lvl5pPr marL="960120" indent="0">
              <a:buNone/>
              <a:defRPr sz="840" b="1"/>
            </a:lvl5pPr>
            <a:lvl6pPr marL="1200150" indent="0">
              <a:buNone/>
              <a:defRPr sz="840" b="1"/>
            </a:lvl6pPr>
            <a:lvl7pPr marL="1440180" indent="0">
              <a:buNone/>
              <a:defRPr sz="840" b="1"/>
            </a:lvl7pPr>
            <a:lvl8pPr marL="1680210" indent="0">
              <a:buNone/>
              <a:defRPr sz="840" b="1"/>
            </a:lvl8pPr>
            <a:lvl9pPr marL="1920240" indent="0">
              <a:buNone/>
              <a:defRPr sz="840" b="1"/>
            </a:lvl9pPr>
          </a:lstStyle>
          <a:p>
            <a:pPr lvl="0"/>
            <a:r>
              <a:rPr lang="en-US" dirty="0"/>
              <a:t>Click to edit Master text styles</a:t>
            </a:r>
          </a:p>
        </p:txBody>
      </p:sp>
      <p:sp>
        <p:nvSpPr>
          <p:cNvPr id="11" name="Text Placeholder 8">
            <a:extLst>
              <a:ext uri="{FF2B5EF4-FFF2-40B4-BE49-F238E27FC236}">
                <a16:creationId xmlns:a16="http://schemas.microsoft.com/office/drawing/2014/main" id="{8811EA29-298F-43A1-8EA8-0CB94D58C99B}"/>
              </a:ext>
            </a:extLst>
          </p:cNvPr>
          <p:cNvSpPr>
            <a:spLocks noGrp="1"/>
          </p:cNvSpPr>
          <p:nvPr>
            <p:ph type="body" sz="quarter" idx="17" hasCustomPrompt="1"/>
          </p:nvPr>
        </p:nvSpPr>
        <p:spPr>
          <a:xfrm>
            <a:off x="2038532" y="5440677"/>
            <a:ext cx="20700890" cy="815340"/>
          </a:xfrm>
          <a:prstGeom prst="rect">
            <a:avLst/>
          </a:prstGeom>
        </p:spPr>
        <p:txBody>
          <a:bodyPr anchor="ctr">
            <a:normAutofit/>
          </a:bodyPr>
          <a:lstStyle>
            <a:lvl1pPr marL="0" indent="0" algn="ctr">
              <a:buNone/>
              <a:defRPr sz="4400" b="0" baseline="0">
                <a:solidFill>
                  <a:srgbClr val="97111B"/>
                </a:solidFill>
                <a:effectLst>
                  <a:glow rad="38100">
                    <a:schemeClr val="bg1">
                      <a:lumMod val="50000"/>
                      <a:lumOff val="50000"/>
                      <a:alpha val="20000"/>
                    </a:schemeClr>
                  </a:glow>
                </a:effectLst>
                <a:latin typeface="Myriad Pro"/>
                <a:ea typeface="Adobe Fan Heiti Std B" panose="020B0700000000000000" pitchFamily="34" charset="-128"/>
              </a:defRPr>
            </a:lvl1pPr>
            <a:lvl3pPr marL="914400" indent="0">
              <a:buNone/>
              <a:defRPr/>
            </a:lvl3pPr>
            <a:lvl4pPr marL="1371600" indent="0">
              <a:buNone/>
              <a:defRPr/>
            </a:lvl4pPr>
            <a:lvl5pPr marL="1828800" indent="0">
              <a:buNone/>
              <a:defRPr/>
            </a:lvl5pPr>
          </a:lstStyle>
          <a:p>
            <a:pPr lvl="0"/>
            <a:r>
              <a:rPr lang="en-US" dirty="0"/>
              <a:t>Click to Add Author Affiliation</a:t>
            </a:r>
            <a:endParaRPr lang="ar-SA" dirty="0"/>
          </a:p>
        </p:txBody>
      </p:sp>
      <p:sp>
        <p:nvSpPr>
          <p:cNvPr id="18" name="Text Placeholder 8">
            <a:extLst>
              <a:ext uri="{FF2B5EF4-FFF2-40B4-BE49-F238E27FC236}">
                <a16:creationId xmlns:a16="http://schemas.microsoft.com/office/drawing/2014/main" id="{DAE3795A-5537-4A34-8FED-DD1A4FEB4E57}"/>
              </a:ext>
            </a:extLst>
          </p:cNvPr>
          <p:cNvSpPr>
            <a:spLocks noGrp="1"/>
          </p:cNvSpPr>
          <p:nvPr>
            <p:ph type="body" sz="quarter" idx="19" hasCustomPrompt="1"/>
          </p:nvPr>
        </p:nvSpPr>
        <p:spPr>
          <a:xfrm>
            <a:off x="2038532" y="2871061"/>
            <a:ext cx="20700890" cy="1560477"/>
          </a:xfrm>
          <a:prstGeom prst="rect">
            <a:avLst/>
          </a:prstGeom>
        </p:spPr>
        <p:txBody>
          <a:bodyPr anchor="ctr">
            <a:noAutofit/>
          </a:bodyPr>
          <a:lstStyle>
            <a:lvl1pPr marL="0" indent="0" algn="ctr">
              <a:buNone/>
              <a:defRPr sz="9600" baseline="0">
                <a:solidFill>
                  <a:srgbClr val="97111B"/>
                </a:solidFill>
                <a:latin typeface="Myriad Pro"/>
                <a:ea typeface="Adobe Fan Heiti Std B" panose="020B0700000000000000" pitchFamily="34" charset="-128"/>
              </a:defRPr>
            </a:lvl1pPr>
            <a:lvl3pPr marL="914400" indent="0">
              <a:buNone/>
              <a:defRPr/>
            </a:lvl3pPr>
            <a:lvl4pPr marL="1371600" indent="0">
              <a:buNone/>
              <a:defRPr/>
            </a:lvl4pPr>
            <a:lvl5pPr marL="1828800" indent="0">
              <a:buNone/>
              <a:defRPr/>
            </a:lvl5pPr>
          </a:lstStyle>
          <a:p>
            <a:pPr lvl="0"/>
            <a:r>
              <a:rPr lang="en-US" dirty="0"/>
              <a:t>Click to Add TITLE</a:t>
            </a:r>
            <a:endParaRPr lang="ar-SA" dirty="0"/>
          </a:p>
        </p:txBody>
      </p:sp>
      <p:sp>
        <p:nvSpPr>
          <p:cNvPr id="19" name="Text Placeholder 8">
            <a:extLst>
              <a:ext uri="{FF2B5EF4-FFF2-40B4-BE49-F238E27FC236}">
                <a16:creationId xmlns:a16="http://schemas.microsoft.com/office/drawing/2014/main" id="{34225E7F-DAA8-4980-B553-30FD9D4CE8DF}"/>
              </a:ext>
            </a:extLst>
          </p:cNvPr>
          <p:cNvSpPr>
            <a:spLocks noGrp="1"/>
          </p:cNvSpPr>
          <p:nvPr>
            <p:ph type="body" sz="quarter" idx="23" hasCustomPrompt="1"/>
          </p:nvPr>
        </p:nvSpPr>
        <p:spPr>
          <a:xfrm>
            <a:off x="2038532" y="6359254"/>
            <a:ext cx="20700890" cy="940880"/>
          </a:xfrm>
          <a:prstGeom prst="rect">
            <a:avLst/>
          </a:prstGeom>
        </p:spPr>
        <p:txBody>
          <a:bodyPr anchor="ctr">
            <a:normAutofit/>
          </a:bodyPr>
          <a:lstStyle>
            <a:lvl1pPr marL="0" indent="0" algn="ctr">
              <a:buNone/>
              <a:defRPr sz="3600" b="0" baseline="0">
                <a:solidFill>
                  <a:srgbClr val="97111B"/>
                </a:solidFill>
                <a:effectLst>
                  <a:glow rad="38100">
                    <a:schemeClr val="bg1">
                      <a:lumMod val="50000"/>
                      <a:lumOff val="50000"/>
                      <a:alpha val="20000"/>
                    </a:schemeClr>
                  </a:glow>
                </a:effectLst>
                <a:latin typeface="Myriad Pro"/>
                <a:ea typeface="Adobe Fan Heiti Std B" panose="020B0700000000000000" pitchFamily="34" charset="-128"/>
              </a:defRPr>
            </a:lvl1pPr>
            <a:lvl3pPr marL="914400" indent="0">
              <a:buNone/>
              <a:defRPr/>
            </a:lvl3pPr>
            <a:lvl4pPr marL="1371600" indent="0">
              <a:buNone/>
              <a:defRPr/>
            </a:lvl4pPr>
            <a:lvl5pPr marL="1828800" indent="0">
              <a:buNone/>
              <a:defRPr/>
            </a:lvl5pPr>
          </a:lstStyle>
          <a:p>
            <a:pPr lvl="0"/>
            <a:r>
              <a:rPr lang="en-US" dirty="0"/>
              <a:t>Click to Add Corresponding Author Email</a:t>
            </a:r>
            <a:endParaRPr lang="ar-SA" dirty="0"/>
          </a:p>
        </p:txBody>
      </p:sp>
      <p:sp>
        <p:nvSpPr>
          <p:cNvPr id="20" name="Content Placeholder 3">
            <a:extLst>
              <a:ext uri="{FF2B5EF4-FFF2-40B4-BE49-F238E27FC236}">
                <a16:creationId xmlns:a16="http://schemas.microsoft.com/office/drawing/2014/main" id="{C8EBBC5C-C6D2-4EC9-AC3A-3DDDBF3C54E1}"/>
              </a:ext>
            </a:extLst>
          </p:cNvPr>
          <p:cNvSpPr>
            <a:spLocks noGrp="1"/>
          </p:cNvSpPr>
          <p:nvPr>
            <p:ph sz="quarter" idx="27" hasCustomPrompt="1"/>
          </p:nvPr>
        </p:nvSpPr>
        <p:spPr>
          <a:xfrm>
            <a:off x="2038350" y="4440378"/>
            <a:ext cx="20701000" cy="999534"/>
          </a:xfrm>
        </p:spPr>
        <p:txBody>
          <a:bodyPr anchor="ctr">
            <a:normAutofit/>
          </a:bodyPr>
          <a:lstStyle>
            <a:lvl1pPr marL="0" indent="0" algn="ctr">
              <a:buNone/>
              <a:defRPr sz="5400">
                <a:solidFill>
                  <a:schemeClr val="accent2"/>
                </a:solidFill>
                <a:latin typeface="Myriad Pro"/>
              </a:defRPr>
            </a:lvl1pPr>
            <a:lvl2pPr marL="1259997" indent="0">
              <a:buNone/>
              <a:defRPr/>
            </a:lvl2pPr>
            <a:lvl3pPr marL="2519995" indent="0">
              <a:buNone/>
              <a:defRPr/>
            </a:lvl3pPr>
            <a:lvl4pPr marL="3779992" indent="0">
              <a:buNone/>
              <a:defRPr/>
            </a:lvl4pPr>
            <a:lvl5pPr marL="5039990" indent="0">
              <a:buNone/>
              <a:defRPr/>
            </a:lvl5pPr>
          </a:lstStyle>
          <a:p>
            <a:pPr lvl="0"/>
            <a:r>
              <a:rPr lang="en-US" dirty="0"/>
              <a:t>Authors (1), Authors (2), Authors (3),.......................</a:t>
            </a:r>
          </a:p>
        </p:txBody>
      </p:sp>
    </p:spTree>
    <p:extLst>
      <p:ext uri="{BB962C8B-B14F-4D97-AF65-F5344CB8AC3E}">
        <p14:creationId xmlns:p14="http://schemas.microsoft.com/office/powerpoint/2010/main" val="2492346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2089494" y="9156952"/>
            <a:ext cx="10155704" cy="9366079"/>
          </a:xfrm>
          <a:prstGeom prst="rect">
            <a:avLst/>
          </a:prstGeom>
          <a:ln>
            <a:solidFill>
              <a:srgbClr val="202C55"/>
            </a:solidFill>
          </a:ln>
        </p:spPr>
        <p:txBody>
          <a:bodyPr lIns="360000" tIns="396000" anchor="t">
            <a:normAutofit/>
          </a:bodyPr>
          <a:lstStyle>
            <a:lvl1pPr algn="l" rtl="0">
              <a:defRPr sz="2800"/>
            </a:lvl1pPr>
            <a:lvl2pPr algn="l" rtl="0">
              <a:defRPr sz="2800"/>
            </a:lvl2pPr>
            <a:lvl3pPr algn="l" rtl="0">
              <a:defRPr sz="2800"/>
            </a:lvl3pPr>
            <a:lvl4pPr algn="l" rtl="0">
              <a:defRPr sz="2800"/>
            </a:lvl4pPr>
            <a:lvl5pPr algn="l" rtl="0">
              <a:defRPr sz="2800"/>
            </a:lvl5pPr>
            <a:lvl6pPr>
              <a:defRPr sz="578"/>
            </a:lvl6pPr>
            <a:lvl7pPr>
              <a:defRPr sz="578"/>
            </a:lvl7pPr>
            <a:lvl8pPr>
              <a:defRPr sz="578"/>
            </a:lvl8pPr>
            <a:lvl9pPr>
              <a:defRPr sz="578"/>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12736052" y="9132900"/>
            <a:ext cx="10054328" cy="9390131"/>
          </a:xfrm>
          <a:prstGeom prst="rect">
            <a:avLst/>
          </a:prstGeom>
          <a:ln>
            <a:solidFill>
              <a:srgbClr val="202C55"/>
            </a:solidFill>
          </a:ln>
        </p:spPr>
        <p:txBody>
          <a:bodyPr lIns="360000" tIns="396000" anchor="t">
            <a:normAutofit/>
          </a:bodyPr>
          <a:lstStyle>
            <a:lvl1pPr algn="l" rtl="0">
              <a:defRPr sz="2800"/>
            </a:lvl1pPr>
            <a:lvl2pPr algn="l" rtl="0">
              <a:defRPr sz="2800"/>
            </a:lvl2pPr>
            <a:lvl3pPr algn="l" rtl="0">
              <a:defRPr sz="2800"/>
            </a:lvl3pPr>
            <a:lvl4pPr algn="l" rtl="0">
              <a:defRPr sz="2800"/>
            </a:lvl4pPr>
            <a:lvl5pPr algn="l" rtl="0">
              <a:defRPr sz="2800"/>
            </a:lvl5pPr>
            <a:lvl6pPr>
              <a:defRPr sz="578"/>
            </a:lvl6pPr>
            <a:lvl7pPr>
              <a:defRPr sz="578"/>
            </a:lvl7pPr>
            <a:lvl8pPr>
              <a:defRPr sz="578"/>
            </a:lvl8pPr>
            <a:lvl9pPr>
              <a:defRPr sz="578"/>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2"/>
          <p:cNvSpPr>
            <a:spLocks noGrp="1"/>
          </p:cNvSpPr>
          <p:nvPr>
            <p:ph type="body" idx="22"/>
          </p:nvPr>
        </p:nvSpPr>
        <p:spPr>
          <a:xfrm>
            <a:off x="2089494" y="19037767"/>
            <a:ext cx="10155704" cy="1206767"/>
          </a:xfrm>
          <a:prstGeom prst="rect">
            <a:avLst/>
          </a:prstGeom>
          <a:ln/>
        </p:spPr>
        <p:style>
          <a:lnRef idx="1">
            <a:schemeClr val="accent1"/>
          </a:lnRef>
          <a:fillRef idx="3">
            <a:schemeClr val="accent1"/>
          </a:fillRef>
          <a:effectRef idx="2">
            <a:schemeClr val="accent1"/>
          </a:effectRef>
          <a:fontRef idx="minor">
            <a:schemeClr val="lt1"/>
          </a:fontRef>
        </p:style>
        <p:txBody>
          <a:bodyPr lIns="0" tIns="0" anchor="ctr">
            <a:noAutofit/>
          </a:bodyPr>
          <a:lstStyle>
            <a:lvl1pPr marL="0" indent="0" algn="ctr" rtl="0">
              <a:buNone/>
              <a:defRPr sz="4400" b="0">
                <a:solidFill>
                  <a:schemeClr val="bg2"/>
                </a:solidFill>
                <a:latin typeface="Abadi" panose="020B0604020202020204" pitchFamily="34" charset="0"/>
                <a:ea typeface="Adobe Fan Heiti Std B" panose="020B0700000000000000" pitchFamily="34" charset="-128"/>
              </a:defRPr>
            </a:lvl1pPr>
            <a:lvl2pPr marL="240030" indent="0">
              <a:buNone/>
              <a:defRPr sz="1050" b="1"/>
            </a:lvl2pPr>
            <a:lvl3pPr marL="480060" indent="0">
              <a:buNone/>
              <a:defRPr sz="945" b="1"/>
            </a:lvl3pPr>
            <a:lvl4pPr marL="720090" indent="0">
              <a:buNone/>
              <a:defRPr sz="840" b="1"/>
            </a:lvl4pPr>
            <a:lvl5pPr marL="960120" indent="0">
              <a:buNone/>
              <a:defRPr sz="840" b="1"/>
            </a:lvl5pPr>
            <a:lvl6pPr marL="1200150" indent="0">
              <a:buNone/>
              <a:defRPr sz="840" b="1"/>
            </a:lvl6pPr>
            <a:lvl7pPr marL="1440180" indent="0">
              <a:buNone/>
              <a:defRPr sz="840" b="1"/>
            </a:lvl7pPr>
            <a:lvl8pPr marL="1680210" indent="0">
              <a:buNone/>
              <a:defRPr sz="840" b="1"/>
            </a:lvl8pPr>
            <a:lvl9pPr marL="1920240" indent="0">
              <a:buNone/>
              <a:defRPr sz="840" b="1"/>
            </a:lvl9pPr>
          </a:lstStyle>
          <a:p>
            <a:pPr lvl="0"/>
            <a:r>
              <a:rPr lang="en-US" dirty="0"/>
              <a:t>Click to edit Master text styles</a:t>
            </a:r>
          </a:p>
        </p:txBody>
      </p:sp>
      <p:sp>
        <p:nvSpPr>
          <p:cNvPr id="10" name="Text Placeholder 4"/>
          <p:cNvSpPr>
            <a:spLocks noGrp="1"/>
          </p:cNvSpPr>
          <p:nvPr>
            <p:ph type="body" sz="quarter" idx="3"/>
          </p:nvPr>
        </p:nvSpPr>
        <p:spPr>
          <a:xfrm>
            <a:off x="12758280" y="19037767"/>
            <a:ext cx="10032099" cy="1206767"/>
          </a:xfrm>
          <a:prstGeom prst="rect">
            <a:avLst/>
          </a:prstGeom>
          <a:ln/>
        </p:spPr>
        <p:style>
          <a:lnRef idx="1">
            <a:schemeClr val="accent1"/>
          </a:lnRef>
          <a:fillRef idx="3">
            <a:schemeClr val="accent1"/>
          </a:fillRef>
          <a:effectRef idx="2">
            <a:schemeClr val="accent1"/>
          </a:effectRef>
          <a:fontRef idx="minor">
            <a:schemeClr val="lt1"/>
          </a:fontRef>
        </p:style>
        <p:txBody>
          <a:bodyPr anchor="ctr">
            <a:noAutofit/>
          </a:bodyPr>
          <a:lstStyle>
            <a:lvl1pPr marL="0" indent="0" algn="ctr" rtl="0">
              <a:buNone/>
              <a:defRPr sz="4400" b="0">
                <a:solidFill>
                  <a:schemeClr val="bg2"/>
                </a:solidFill>
                <a:latin typeface="Abadi" panose="020B0604020202020204" pitchFamily="34" charset="0"/>
                <a:ea typeface="Adobe Fan Heiti Std B" panose="020B0700000000000000" pitchFamily="34" charset="-128"/>
              </a:defRPr>
            </a:lvl1pPr>
            <a:lvl2pPr marL="240030" indent="0">
              <a:buNone/>
              <a:defRPr sz="1050" b="1"/>
            </a:lvl2pPr>
            <a:lvl3pPr marL="480060" indent="0">
              <a:buNone/>
              <a:defRPr sz="945" b="1"/>
            </a:lvl3pPr>
            <a:lvl4pPr marL="720090" indent="0">
              <a:buNone/>
              <a:defRPr sz="840" b="1"/>
            </a:lvl4pPr>
            <a:lvl5pPr marL="960120" indent="0">
              <a:buNone/>
              <a:defRPr sz="840" b="1"/>
            </a:lvl5pPr>
            <a:lvl6pPr marL="1200150" indent="0">
              <a:buNone/>
              <a:defRPr sz="840" b="1"/>
            </a:lvl6pPr>
            <a:lvl7pPr marL="1440180" indent="0">
              <a:buNone/>
              <a:defRPr sz="840" b="1"/>
            </a:lvl7pPr>
            <a:lvl8pPr marL="1680210" indent="0">
              <a:buNone/>
              <a:defRPr sz="840" b="1"/>
            </a:lvl8pPr>
            <a:lvl9pPr marL="1920240" indent="0">
              <a:buNone/>
              <a:defRPr sz="840" b="1"/>
            </a:lvl9pPr>
          </a:lstStyle>
          <a:p>
            <a:pPr lvl="0"/>
            <a:r>
              <a:rPr lang="en-US" dirty="0"/>
              <a:t>Click to edit Master text styles</a:t>
            </a:r>
          </a:p>
        </p:txBody>
      </p:sp>
      <p:sp>
        <p:nvSpPr>
          <p:cNvPr id="11" name="Text Placeholder 10"/>
          <p:cNvSpPr>
            <a:spLocks noGrp="1"/>
          </p:cNvSpPr>
          <p:nvPr>
            <p:ph type="body" sz="quarter" idx="13" hasCustomPrompt="1"/>
          </p:nvPr>
        </p:nvSpPr>
        <p:spPr>
          <a:xfrm>
            <a:off x="2090042" y="20268586"/>
            <a:ext cx="10155155" cy="11702589"/>
          </a:xfrm>
          <a:prstGeom prst="rect">
            <a:avLst/>
          </a:prstGeom>
          <a:ln>
            <a:solidFill>
              <a:srgbClr val="202C55"/>
            </a:solidFill>
          </a:ln>
        </p:spPr>
        <p:txBody>
          <a:bodyPr lIns="360000" tIns="396000" anchor="t">
            <a:normAutofit/>
          </a:bodyPr>
          <a:lstStyle>
            <a:lvl1pPr marL="0" indent="0" algn="l">
              <a:buNone/>
              <a:defRPr sz="2800">
                <a:solidFill>
                  <a:srgbClr val="003D54"/>
                </a:solidFill>
              </a:defRPr>
            </a:lvl1pPr>
            <a:lvl2pPr marL="240030" indent="0" algn="l">
              <a:buNone/>
              <a:defRPr sz="4400">
                <a:solidFill>
                  <a:srgbClr val="003D54"/>
                </a:solidFill>
              </a:defRPr>
            </a:lvl2pPr>
            <a:lvl3pPr marL="480060" indent="0" algn="l">
              <a:buNone/>
              <a:defRPr sz="4400">
                <a:solidFill>
                  <a:srgbClr val="003D54"/>
                </a:solidFill>
              </a:defRPr>
            </a:lvl3pPr>
            <a:lvl4pPr marL="720090" indent="0" algn="l">
              <a:buNone/>
              <a:defRPr sz="4400">
                <a:solidFill>
                  <a:srgbClr val="003D54"/>
                </a:solidFill>
              </a:defRPr>
            </a:lvl4pPr>
            <a:lvl5pPr marL="960120" indent="0" algn="l">
              <a:buNone/>
              <a:defRPr sz="4400">
                <a:solidFill>
                  <a:srgbClr val="003D54"/>
                </a:solidFill>
              </a:defRPr>
            </a:lvl5pPr>
          </a:lstStyle>
          <a:p>
            <a:pPr lvl="0"/>
            <a:r>
              <a:rPr lang="en-US" dirty="0"/>
              <a:t>Click to Add text</a:t>
            </a:r>
            <a:endParaRPr lang="ar-SA" dirty="0"/>
          </a:p>
        </p:txBody>
      </p:sp>
      <p:sp>
        <p:nvSpPr>
          <p:cNvPr id="12" name="Text Placeholder 10"/>
          <p:cNvSpPr>
            <a:spLocks noGrp="1"/>
          </p:cNvSpPr>
          <p:nvPr>
            <p:ph type="body" sz="quarter" idx="14" hasCustomPrompt="1"/>
          </p:nvPr>
        </p:nvSpPr>
        <p:spPr>
          <a:xfrm>
            <a:off x="12758281" y="20242920"/>
            <a:ext cx="10032098" cy="11728255"/>
          </a:xfrm>
          <a:prstGeom prst="rect">
            <a:avLst/>
          </a:prstGeom>
          <a:ln>
            <a:solidFill>
              <a:srgbClr val="202C55"/>
            </a:solidFill>
          </a:ln>
        </p:spPr>
        <p:txBody>
          <a:bodyPr lIns="360000" tIns="396000" anchor="t">
            <a:normAutofit/>
          </a:bodyPr>
          <a:lstStyle>
            <a:lvl1pPr marL="0" indent="0" algn="l">
              <a:buNone/>
              <a:defRPr sz="2800">
                <a:solidFill>
                  <a:srgbClr val="003D54"/>
                </a:solidFill>
              </a:defRPr>
            </a:lvl1pPr>
            <a:lvl2pPr marL="240030" indent="0" algn="l">
              <a:buNone/>
              <a:defRPr sz="4400">
                <a:solidFill>
                  <a:srgbClr val="003D54"/>
                </a:solidFill>
              </a:defRPr>
            </a:lvl2pPr>
            <a:lvl3pPr marL="480060" indent="0" algn="l">
              <a:buNone/>
              <a:defRPr sz="4400">
                <a:solidFill>
                  <a:srgbClr val="003D54"/>
                </a:solidFill>
              </a:defRPr>
            </a:lvl3pPr>
            <a:lvl4pPr marL="720090" indent="0" algn="l">
              <a:buNone/>
              <a:defRPr sz="4400">
                <a:solidFill>
                  <a:srgbClr val="003D54"/>
                </a:solidFill>
              </a:defRPr>
            </a:lvl4pPr>
            <a:lvl5pPr marL="960120" indent="0" algn="l">
              <a:buNone/>
              <a:defRPr sz="4400">
                <a:solidFill>
                  <a:srgbClr val="003D54"/>
                </a:solidFill>
              </a:defRPr>
            </a:lvl5pPr>
          </a:lstStyle>
          <a:p>
            <a:pPr lvl="0"/>
            <a:r>
              <a:rPr lang="en-US" dirty="0"/>
              <a:t>Click to Add text</a:t>
            </a:r>
            <a:endParaRPr lang="ar-SA" dirty="0"/>
          </a:p>
        </p:txBody>
      </p:sp>
      <p:sp>
        <p:nvSpPr>
          <p:cNvPr id="14" name="Text Placeholder 2"/>
          <p:cNvSpPr>
            <a:spLocks noGrp="1"/>
          </p:cNvSpPr>
          <p:nvPr>
            <p:ph type="body" idx="24" hasCustomPrompt="1"/>
          </p:nvPr>
        </p:nvSpPr>
        <p:spPr>
          <a:xfrm>
            <a:off x="2089493" y="7926134"/>
            <a:ext cx="10155704" cy="1206767"/>
          </a:xfrm>
          <a:prstGeom prst="rect">
            <a:avLst/>
          </a:prstGeom>
          <a:ln/>
        </p:spPr>
        <p:style>
          <a:lnRef idx="1">
            <a:schemeClr val="accent1"/>
          </a:lnRef>
          <a:fillRef idx="3">
            <a:schemeClr val="accent1"/>
          </a:fillRef>
          <a:effectRef idx="2">
            <a:schemeClr val="accent1"/>
          </a:effectRef>
          <a:fontRef idx="minor">
            <a:schemeClr val="lt1"/>
          </a:fontRef>
        </p:style>
        <p:txBody>
          <a:bodyPr wrap="none" lIns="0" tIns="0" anchor="ctr">
            <a:noAutofit/>
          </a:bodyPr>
          <a:lstStyle>
            <a:lvl1pPr marL="0" indent="0" algn="ctr" rtl="0">
              <a:buNone/>
              <a:defRPr lang="en-US" sz="4400" b="0" kern="1200" cap="small" dirty="0">
                <a:solidFill>
                  <a:schemeClr val="bg2"/>
                </a:solidFill>
                <a:effectLst>
                  <a:glow rad="38100">
                    <a:schemeClr val="bg1">
                      <a:lumMod val="50000"/>
                      <a:lumOff val="50000"/>
                      <a:alpha val="20000"/>
                    </a:schemeClr>
                  </a:glow>
                  <a:outerShdw blurRad="44450" dist="12700" dir="13860000" algn="tl" rotWithShape="0">
                    <a:srgbClr val="000000">
                      <a:alpha val="20000"/>
                    </a:srgbClr>
                  </a:outerShdw>
                </a:effectLst>
                <a:latin typeface="Abadi" panose="020B0604020202020204" pitchFamily="34" charset="0"/>
                <a:ea typeface="Adobe Fan Heiti Std B" panose="020B0700000000000000" pitchFamily="34" charset="-128"/>
                <a:cs typeface="+mn-cs"/>
              </a:defRPr>
            </a:lvl1pPr>
            <a:lvl2pPr marL="240030" indent="0">
              <a:buNone/>
              <a:defRPr sz="1050" b="1"/>
            </a:lvl2pPr>
            <a:lvl3pPr marL="480060" indent="0">
              <a:buNone/>
              <a:defRPr sz="945" b="1"/>
            </a:lvl3pPr>
            <a:lvl4pPr marL="720090" indent="0">
              <a:buNone/>
              <a:defRPr sz="840" b="1"/>
            </a:lvl4pPr>
            <a:lvl5pPr marL="960120" indent="0">
              <a:buNone/>
              <a:defRPr sz="840" b="1"/>
            </a:lvl5pPr>
            <a:lvl6pPr marL="1200150" indent="0">
              <a:buNone/>
              <a:defRPr sz="840" b="1"/>
            </a:lvl6pPr>
            <a:lvl7pPr marL="1440180" indent="0">
              <a:buNone/>
              <a:defRPr sz="840" b="1"/>
            </a:lvl7pPr>
            <a:lvl8pPr marL="1680210" indent="0">
              <a:buNone/>
              <a:defRPr sz="840" b="1"/>
            </a:lvl8pPr>
            <a:lvl9pPr marL="1920240" indent="0">
              <a:buNone/>
              <a:defRPr sz="840" b="1"/>
            </a:lvl9pPr>
          </a:lstStyle>
          <a:p>
            <a:pPr lvl="0"/>
            <a:r>
              <a:rPr lang="en-US" dirty="0"/>
              <a:t>Click to edit Master text styles</a:t>
            </a:r>
          </a:p>
        </p:txBody>
      </p:sp>
      <p:sp>
        <p:nvSpPr>
          <p:cNvPr id="15" name="Text Placeholder 4"/>
          <p:cNvSpPr>
            <a:spLocks noGrp="1"/>
          </p:cNvSpPr>
          <p:nvPr>
            <p:ph type="body" sz="quarter" idx="25"/>
          </p:nvPr>
        </p:nvSpPr>
        <p:spPr>
          <a:xfrm>
            <a:off x="12758279" y="7926134"/>
            <a:ext cx="10032099" cy="1206767"/>
          </a:xfrm>
          <a:prstGeom prst="rect">
            <a:avLst/>
          </a:prstGeom>
          <a:ln/>
        </p:spPr>
        <p:style>
          <a:lnRef idx="1">
            <a:schemeClr val="accent1"/>
          </a:lnRef>
          <a:fillRef idx="3">
            <a:schemeClr val="accent1"/>
          </a:fillRef>
          <a:effectRef idx="2">
            <a:schemeClr val="accent1"/>
          </a:effectRef>
          <a:fontRef idx="minor">
            <a:schemeClr val="lt1"/>
          </a:fontRef>
        </p:style>
        <p:txBody>
          <a:bodyPr anchor="ctr">
            <a:noAutofit/>
          </a:bodyPr>
          <a:lstStyle>
            <a:lvl1pPr marL="0" indent="0" algn="ctr" rtl="0">
              <a:buNone/>
              <a:defRPr sz="4400" b="0">
                <a:solidFill>
                  <a:schemeClr val="bg2"/>
                </a:solidFill>
                <a:latin typeface="Abadi" panose="020B0604020202020204" pitchFamily="34" charset="0"/>
                <a:ea typeface="Adobe Fan Heiti Std B" panose="020B0700000000000000" pitchFamily="34" charset="-128"/>
              </a:defRPr>
            </a:lvl1pPr>
            <a:lvl2pPr marL="240030" indent="0">
              <a:buNone/>
              <a:defRPr sz="1050" b="1"/>
            </a:lvl2pPr>
            <a:lvl3pPr marL="480060" indent="0">
              <a:buNone/>
              <a:defRPr sz="945" b="1"/>
            </a:lvl3pPr>
            <a:lvl4pPr marL="720090" indent="0">
              <a:buNone/>
              <a:defRPr sz="840" b="1"/>
            </a:lvl4pPr>
            <a:lvl5pPr marL="960120" indent="0">
              <a:buNone/>
              <a:defRPr sz="840" b="1"/>
            </a:lvl5pPr>
            <a:lvl6pPr marL="1200150" indent="0">
              <a:buNone/>
              <a:defRPr sz="840" b="1"/>
            </a:lvl6pPr>
            <a:lvl7pPr marL="1440180" indent="0">
              <a:buNone/>
              <a:defRPr sz="840" b="1"/>
            </a:lvl7pPr>
            <a:lvl8pPr marL="1680210" indent="0">
              <a:buNone/>
              <a:defRPr sz="840" b="1"/>
            </a:lvl8pPr>
            <a:lvl9pPr marL="1920240" indent="0">
              <a:buNone/>
              <a:defRPr sz="840" b="1"/>
            </a:lvl9pPr>
          </a:lstStyle>
          <a:p>
            <a:pPr lvl="0"/>
            <a:r>
              <a:rPr lang="en-US" dirty="0"/>
              <a:t>Click to edit Master text styles</a:t>
            </a:r>
          </a:p>
        </p:txBody>
      </p:sp>
      <p:sp>
        <p:nvSpPr>
          <p:cNvPr id="16" name="Text Placeholder 8">
            <a:extLst>
              <a:ext uri="{FF2B5EF4-FFF2-40B4-BE49-F238E27FC236}">
                <a16:creationId xmlns:a16="http://schemas.microsoft.com/office/drawing/2014/main" id="{CB13AE2B-4FB8-448D-9FB8-8C8726113C60}"/>
              </a:ext>
            </a:extLst>
          </p:cNvPr>
          <p:cNvSpPr>
            <a:spLocks noGrp="1"/>
          </p:cNvSpPr>
          <p:nvPr>
            <p:ph type="body" sz="quarter" idx="17" hasCustomPrompt="1"/>
          </p:nvPr>
        </p:nvSpPr>
        <p:spPr>
          <a:xfrm>
            <a:off x="2038532" y="5440677"/>
            <a:ext cx="20700890" cy="815340"/>
          </a:xfrm>
          <a:prstGeom prst="rect">
            <a:avLst/>
          </a:prstGeom>
        </p:spPr>
        <p:txBody>
          <a:bodyPr anchor="ctr">
            <a:normAutofit/>
          </a:bodyPr>
          <a:lstStyle>
            <a:lvl1pPr marL="0" indent="0" algn="ctr">
              <a:buNone/>
              <a:defRPr sz="4400" b="0" baseline="0">
                <a:solidFill>
                  <a:srgbClr val="97111B"/>
                </a:solidFill>
                <a:effectLst>
                  <a:glow rad="38100">
                    <a:schemeClr val="bg1">
                      <a:lumMod val="50000"/>
                      <a:lumOff val="50000"/>
                      <a:alpha val="20000"/>
                    </a:schemeClr>
                  </a:glow>
                </a:effectLst>
                <a:latin typeface="Myriad Pro"/>
                <a:ea typeface="Adobe Fan Heiti Std B" panose="020B0700000000000000" pitchFamily="34" charset="-128"/>
              </a:defRPr>
            </a:lvl1pPr>
            <a:lvl3pPr marL="914400" indent="0">
              <a:buNone/>
              <a:defRPr/>
            </a:lvl3pPr>
            <a:lvl4pPr marL="1371600" indent="0">
              <a:buNone/>
              <a:defRPr/>
            </a:lvl4pPr>
            <a:lvl5pPr marL="1828800" indent="0">
              <a:buNone/>
              <a:defRPr/>
            </a:lvl5pPr>
          </a:lstStyle>
          <a:p>
            <a:pPr lvl="0"/>
            <a:r>
              <a:rPr lang="en-US" dirty="0"/>
              <a:t>Click to Add Author Affiliation</a:t>
            </a:r>
            <a:endParaRPr lang="ar-SA" dirty="0"/>
          </a:p>
        </p:txBody>
      </p:sp>
      <p:sp>
        <p:nvSpPr>
          <p:cNvPr id="17" name="Text Placeholder 8">
            <a:extLst>
              <a:ext uri="{FF2B5EF4-FFF2-40B4-BE49-F238E27FC236}">
                <a16:creationId xmlns:a16="http://schemas.microsoft.com/office/drawing/2014/main" id="{082D65B5-4CD1-4025-B557-8FF72324E48A}"/>
              </a:ext>
            </a:extLst>
          </p:cNvPr>
          <p:cNvSpPr>
            <a:spLocks noGrp="1"/>
          </p:cNvSpPr>
          <p:nvPr>
            <p:ph type="body" sz="quarter" idx="19" hasCustomPrompt="1"/>
          </p:nvPr>
        </p:nvSpPr>
        <p:spPr>
          <a:xfrm>
            <a:off x="2038532" y="2871061"/>
            <a:ext cx="20700890" cy="1560477"/>
          </a:xfrm>
          <a:prstGeom prst="rect">
            <a:avLst/>
          </a:prstGeom>
        </p:spPr>
        <p:txBody>
          <a:bodyPr anchor="ctr">
            <a:noAutofit/>
          </a:bodyPr>
          <a:lstStyle>
            <a:lvl1pPr marL="0" indent="0" algn="ctr">
              <a:buNone/>
              <a:defRPr sz="9600" baseline="0">
                <a:solidFill>
                  <a:srgbClr val="97111B"/>
                </a:solidFill>
                <a:latin typeface="Myriad Pro"/>
                <a:ea typeface="Adobe Fan Heiti Std B" panose="020B0700000000000000" pitchFamily="34" charset="-128"/>
              </a:defRPr>
            </a:lvl1pPr>
            <a:lvl3pPr marL="914400" indent="0">
              <a:buNone/>
              <a:defRPr/>
            </a:lvl3pPr>
            <a:lvl4pPr marL="1371600" indent="0">
              <a:buNone/>
              <a:defRPr/>
            </a:lvl4pPr>
            <a:lvl5pPr marL="1828800" indent="0">
              <a:buNone/>
              <a:defRPr/>
            </a:lvl5pPr>
          </a:lstStyle>
          <a:p>
            <a:pPr lvl="0"/>
            <a:r>
              <a:rPr lang="en-US" dirty="0"/>
              <a:t>Click to Add TITLE</a:t>
            </a:r>
            <a:endParaRPr lang="ar-SA" dirty="0"/>
          </a:p>
        </p:txBody>
      </p:sp>
      <p:sp>
        <p:nvSpPr>
          <p:cNvPr id="18" name="Text Placeholder 8">
            <a:extLst>
              <a:ext uri="{FF2B5EF4-FFF2-40B4-BE49-F238E27FC236}">
                <a16:creationId xmlns:a16="http://schemas.microsoft.com/office/drawing/2014/main" id="{CA54660D-9EF7-459C-B17E-614C5ECC31ED}"/>
              </a:ext>
            </a:extLst>
          </p:cNvPr>
          <p:cNvSpPr>
            <a:spLocks noGrp="1"/>
          </p:cNvSpPr>
          <p:nvPr>
            <p:ph type="body" sz="quarter" idx="23" hasCustomPrompt="1"/>
          </p:nvPr>
        </p:nvSpPr>
        <p:spPr>
          <a:xfrm>
            <a:off x="2038532" y="6359254"/>
            <a:ext cx="20700890" cy="940880"/>
          </a:xfrm>
          <a:prstGeom prst="rect">
            <a:avLst/>
          </a:prstGeom>
        </p:spPr>
        <p:txBody>
          <a:bodyPr anchor="ctr">
            <a:normAutofit/>
          </a:bodyPr>
          <a:lstStyle>
            <a:lvl1pPr marL="0" indent="0" algn="ctr">
              <a:buNone/>
              <a:defRPr sz="3600" b="0" baseline="0">
                <a:solidFill>
                  <a:srgbClr val="97111B"/>
                </a:solidFill>
                <a:effectLst>
                  <a:glow rad="38100">
                    <a:schemeClr val="bg1">
                      <a:lumMod val="50000"/>
                      <a:lumOff val="50000"/>
                      <a:alpha val="20000"/>
                    </a:schemeClr>
                  </a:glow>
                </a:effectLst>
                <a:latin typeface="Myriad Pro"/>
                <a:ea typeface="Adobe Fan Heiti Std B" panose="020B0700000000000000" pitchFamily="34" charset="-128"/>
              </a:defRPr>
            </a:lvl1pPr>
            <a:lvl3pPr marL="914400" indent="0">
              <a:buNone/>
              <a:defRPr/>
            </a:lvl3pPr>
            <a:lvl4pPr marL="1371600" indent="0">
              <a:buNone/>
              <a:defRPr/>
            </a:lvl4pPr>
            <a:lvl5pPr marL="1828800" indent="0">
              <a:buNone/>
              <a:defRPr/>
            </a:lvl5pPr>
          </a:lstStyle>
          <a:p>
            <a:pPr lvl="0"/>
            <a:r>
              <a:rPr lang="en-US" dirty="0"/>
              <a:t>Click to Add Corresponding Author Email</a:t>
            </a:r>
            <a:endParaRPr lang="ar-SA" dirty="0"/>
          </a:p>
        </p:txBody>
      </p:sp>
      <p:sp>
        <p:nvSpPr>
          <p:cNvPr id="19" name="Content Placeholder 3">
            <a:extLst>
              <a:ext uri="{FF2B5EF4-FFF2-40B4-BE49-F238E27FC236}">
                <a16:creationId xmlns:a16="http://schemas.microsoft.com/office/drawing/2014/main" id="{55FD72C4-DD5F-4AD7-AD41-7231A1A1691F}"/>
              </a:ext>
            </a:extLst>
          </p:cNvPr>
          <p:cNvSpPr>
            <a:spLocks noGrp="1"/>
          </p:cNvSpPr>
          <p:nvPr>
            <p:ph sz="quarter" idx="27" hasCustomPrompt="1"/>
          </p:nvPr>
        </p:nvSpPr>
        <p:spPr>
          <a:xfrm>
            <a:off x="2038350" y="4440378"/>
            <a:ext cx="20701000" cy="999534"/>
          </a:xfrm>
        </p:spPr>
        <p:txBody>
          <a:bodyPr anchor="ctr">
            <a:normAutofit/>
          </a:bodyPr>
          <a:lstStyle>
            <a:lvl1pPr marL="0" indent="0" algn="ctr">
              <a:buNone/>
              <a:defRPr sz="5400">
                <a:solidFill>
                  <a:schemeClr val="accent2"/>
                </a:solidFill>
                <a:latin typeface="Myriad Pro"/>
              </a:defRPr>
            </a:lvl1pPr>
            <a:lvl2pPr marL="1259997" indent="0">
              <a:buNone/>
              <a:defRPr/>
            </a:lvl2pPr>
            <a:lvl3pPr marL="2519995" indent="0">
              <a:buNone/>
              <a:defRPr/>
            </a:lvl3pPr>
            <a:lvl4pPr marL="3779992" indent="0">
              <a:buNone/>
              <a:defRPr/>
            </a:lvl4pPr>
            <a:lvl5pPr marL="5039990" indent="0">
              <a:buNone/>
              <a:defRPr/>
            </a:lvl5pPr>
          </a:lstStyle>
          <a:p>
            <a:pPr lvl="0"/>
            <a:r>
              <a:rPr lang="en-US" dirty="0"/>
              <a:t>Authors (1), Authors (2), Authors (3),.......................</a:t>
            </a:r>
          </a:p>
        </p:txBody>
      </p:sp>
    </p:spTree>
    <p:extLst>
      <p:ext uri="{BB962C8B-B14F-4D97-AF65-F5344CB8AC3E}">
        <p14:creationId xmlns:p14="http://schemas.microsoft.com/office/powerpoint/2010/main" val="2389735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903599" y="7491046"/>
            <a:ext cx="9779001" cy="1206767"/>
          </a:xfrm>
          <a:prstGeom prst="rect">
            <a:avLst/>
          </a:prstGeom>
          <a:solidFill>
            <a:srgbClr val="202C55"/>
          </a:solidFill>
          <a:ln>
            <a:solidFill>
              <a:srgbClr val="015570"/>
            </a:solidFill>
          </a:ln>
        </p:spPr>
        <p:txBody>
          <a:bodyPr lIns="0" tIns="0" anchor="ctr">
            <a:noAutofit/>
          </a:bodyPr>
          <a:lstStyle>
            <a:lvl1pPr marL="0" indent="0" algn="ctr">
              <a:buNone/>
              <a:defRPr sz="4400" b="0">
                <a:solidFill>
                  <a:schemeClr val="bg2"/>
                </a:solidFill>
                <a:latin typeface="Abadi" panose="020B0604020202020204" pitchFamily="34" charset="0"/>
                <a:ea typeface="Adobe Fan Heiti Std B" panose="020B0700000000000000" pitchFamily="34" charset="-128"/>
              </a:defRPr>
            </a:lvl1pPr>
            <a:lvl2pPr marL="240030" indent="0">
              <a:buNone/>
              <a:defRPr sz="1050" b="1"/>
            </a:lvl2pPr>
            <a:lvl3pPr marL="480060" indent="0">
              <a:buNone/>
              <a:defRPr sz="945" b="1"/>
            </a:lvl3pPr>
            <a:lvl4pPr marL="720090" indent="0">
              <a:buNone/>
              <a:defRPr sz="840" b="1"/>
            </a:lvl4pPr>
            <a:lvl5pPr marL="960120" indent="0">
              <a:buNone/>
              <a:defRPr sz="840" b="1"/>
            </a:lvl5pPr>
            <a:lvl6pPr marL="1200150" indent="0">
              <a:buNone/>
              <a:defRPr sz="840" b="1"/>
            </a:lvl6pPr>
            <a:lvl7pPr marL="1440180" indent="0">
              <a:buNone/>
              <a:defRPr sz="840" b="1"/>
            </a:lvl7pPr>
            <a:lvl8pPr marL="1680210" indent="0">
              <a:buNone/>
              <a:defRPr sz="840" b="1"/>
            </a:lvl8pPr>
            <a:lvl9pPr marL="1920240" indent="0">
              <a:buNone/>
              <a:defRPr sz="840" b="1"/>
            </a:lvl9pPr>
          </a:lstStyle>
          <a:p>
            <a:pPr lvl="0"/>
            <a:r>
              <a:rPr lang="en-US" dirty="0"/>
              <a:t>Click to edit Master text styles</a:t>
            </a:r>
          </a:p>
        </p:txBody>
      </p:sp>
      <p:sp>
        <p:nvSpPr>
          <p:cNvPr id="4" name="Content Placeholder 3"/>
          <p:cNvSpPr>
            <a:spLocks noGrp="1"/>
          </p:cNvSpPr>
          <p:nvPr>
            <p:ph sz="half" idx="2" hasCustomPrompt="1"/>
          </p:nvPr>
        </p:nvSpPr>
        <p:spPr>
          <a:xfrm>
            <a:off x="1903600" y="23970337"/>
            <a:ext cx="9779182" cy="7214728"/>
          </a:xfrm>
          <a:prstGeom prst="rect">
            <a:avLst/>
          </a:prstGeom>
          <a:ln>
            <a:solidFill>
              <a:srgbClr val="202C55"/>
            </a:solidFill>
          </a:ln>
        </p:spPr>
        <p:txBody>
          <a:bodyPr tIns="288000" anchor="t">
            <a:normAutofit/>
          </a:bodyPr>
          <a:lstStyle>
            <a:lvl1pPr>
              <a:defRPr sz="2800">
                <a:latin typeface="Abadi" panose="020B0604020202020204" pitchFamily="34" charset="0"/>
              </a:defRPr>
            </a:lvl1pPr>
            <a:lvl2pPr>
              <a:defRPr sz="2800">
                <a:latin typeface="Abadi" panose="020B0604020202020204" pitchFamily="34" charset="0"/>
              </a:defRPr>
            </a:lvl2pPr>
            <a:lvl3pPr>
              <a:defRPr sz="2800">
                <a:latin typeface="Abadi" panose="020B0604020202020204" pitchFamily="34" charset="0"/>
              </a:defRPr>
            </a:lvl3pPr>
            <a:lvl4pPr>
              <a:defRPr sz="2800">
                <a:latin typeface="Abadi" panose="020B0604020202020204" pitchFamily="34" charset="0"/>
              </a:defRPr>
            </a:lvl4pPr>
            <a:lvl5pPr>
              <a:defRPr sz="2800">
                <a:latin typeface="Abadi" panose="020B0604020202020204" pitchFamily="34" charset="0"/>
              </a:defRPr>
            </a:lvl5pPr>
            <a:lvl6pPr>
              <a:defRPr sz="578"/>
            </a:lvl6pPr>
            <a:lvl7pPr>
              <a:defRPr sz="578"/>
            </a:lvl7pPr>
            <a:lvl8pPr>
              <a:defRPr sz="578"/>
            </a:lvl8pPr>
            <a:lvl9pPr>
              <a:defRPr sz="578"/>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12571838" y="7491046"/>
            <a:ext cx="9779000" cy="1206767"/>
          </a:xfrm>
          <a:prstGeom prst="rect">
            <a:avLst/>
          </a:prstGeom>
          <a:solidFill>
            <a:srgbClr val="202C55"/>
          </a:solidFill>
          <a:ln>
            <a:solidFill>
              <a:srgbClr val="015570"/>
            </a:solidFill>
          </a:ln>
        </p:spPr>
        <p:txBody>
          <a:bodyPr anchor="ctr">
            <a:noAutofit/>
          </a:bodyPr>
          <a:lstStyle>
            <a:lvl1pPr marL="0" indent="0" algn="ctr">
              <a:buNone/>
              <a:defRPr sz="4400" b="0">
                <a:solidFill>
                  <a:schemeClr val="bg2"/>
                </a:solidFill>
                <a:latin typeface="Abadi" panose="020B0604020202020204" pitchFamily="34" charset="0"/>
                <a:ea typeface="Adobe Fan Heiti Std B" panose="020B0700000000000000" pitchFamily="34" charset="-128"/>
              </a:defRPr>
            </a:lvl1pPr>
            <a:lvl2pPr marL="240030" indent="0">
              <a:buNone/>
              <a:defRPr sz="1050" b="1"/>
            </a:lvl2pPr>
            <a:lvl3pPr marL="480060" indent="0">
              <a:buNone/>
              <a:defRPr sz="945" b="1"/>
            </a:lvl3pPr>
            <a:lvl4pPr marL="720090" indent="0">
              <a:buNone/>
              <a:defRPr sz="840" b="1"/>
            </a:lvl4pPr>
            <a:lvl5pPr marL="960120" indent="0">
              <a:buNone/>
              <a:defRPr sz="840" b="1"/>
            </a:lvl5pPr>
            <a:lvl6pPr marL="1200150" indent="0">
              <a:buNone/>
              <a:defRPr sz="840" b="1"/>
            </a:lvl6pPr>
            <a:lvl7pPr marL="1440180" indent="0">
              <a:buNone/>
              <a:defRPr sz="840" b="1"/>
            </a:lvl7pPr>
            <a:lvl8pPr marL="1680210" indent="0">
              <a:buNone/>
              <a:defRPr sz="840" b="1"/>
            </a:lvl8pPr>
            <a:lvl9pPr marL="1920240" indent="0">
              <a:buNone/>
              <a:defRPr sz="840" b="1"/>
            </a:lvl9pPr>
          </a:lstStyle>
          <a:p>
            <a:pPr lvl="0"/>
            <a:r>
              <a:rPr lang="en-US" dirty="0"/>
              <a:t>Click to edit Master text styles</a:t>
            </a:r>
          </a:p>
        </p:txBody>
      </p:sp>
      <p:sp>
        <p:nvSpPr>
          <p:cNvPr id="6" name="Content Placeholder 5"/>
          <p:cNvSpPr>
            <a:spLocks noGrp="1"/>
          </p:cNvSpPr>
          <p:nvPr>
            <p:ph sz="quarter" idx="4" hasCustomPrompt="1"/>
          </p:nvPr>
        </p:nvSpPr>
        <p:spPr>
          <a:xfrm>
            <a:off x="12319282" y="23970337"/>
            <a:ext cx="10287588" cy="7214728"/>
          </a:xfrm>
          <a:prstGeom prst="rect">
            <a:avLst/>
          </a:prstGeom>
          <a:ln>
            <a:solidFill>
              <a:srgbClr val="202C55"/>
            </a:solidFill>
          </a:ln>
        </p:spPr>
        <p:txBody>
          <a:bodyPr tIns="288000" anchor="t">
            <a:normAutofit/>
          </a:bodyPr>
          <a:lstStyle>
            <a:lvl1pPr>
              <a:defRPr sz="2800">
                <a:latin typeface="Abadi" panose="020B0604020202020204" pitchFamily="34" charset="0"/>
              </a:defRPr>
            </a:lvl1pPr>
            <a:lvl2pPr>
              <a:defRPr sz="2800">
                <a:latin typeface="Abadi" panose="020B0604020202020204" pitchFamily="34" charset="0"/>
              </a:defRPr>
            </a:lvl2pPr>
            <a:lvl3pPr>
              <a:defRPr sz="2800">
                <a:latin typeface="Abadi" panose="020B0604020202020204" pitchFamily="34" charset="0"/>
              </a:defRPr>
            </a:lvl3pPr>
            <a:lvl4pPr>
              <a:defRPr sz="2800">
                <a:latin typeface="Abadi" panose="020B0604020202020204" pitchFamily="34" charset="0"/>
              </a:defRPr>
            </a:lvl4pPr>
            <a:lvl5pPr>
              <a:defRPr sz="2800">
                <a:latin typeface="Abadi" panose="020B0604020202020204" pitchFamily="34" charset="0"/>
              </a:defRPr>
            </a:lvl5pPr>
            <a:lvl6pPr>
              <a:defRPr sz="578"/>
            </a:lvl6pPr>
            <a:lvl7pPr>
              <a:defRPr sz="578"/>
            </a:lvl7pPr>
            <a:lvl8pPr>
              <a:defRPr sz="578"/>
            </a:lvl8pPr>
            <a:lvl9pPr>
              <a:defRPr sz="578"/>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p:cNvSpPr>
            <a:spLocks noGrp="1"/>
          </p:cNvSpPr>
          <p:nvPr>
            <p:ph type="body" sz="quarter" idx="13" hasCustomPrompt="1"/>
          </p:nvPr>
        </p:nvSpPr>
        <p:spPr>
          <a:xfrm>
            <a:off x="1903600" y="9123906"/>
            <a:ext cx="9779000" cy="14030576"/>
          </a:xfrm>
          <a:prstGeom prst="rect">
            <a:avLst/>
          </a:prstGeom>
          <a:ln>
            <a:solidFill>
              <a:srgbClr val="202C55"/>
            </a:solidFill>
          </a:ln>
        </p:spPr>
        <p:txBody>
          <a:bodyPr lIns="540000" tIns="288000" anchor="t">
            <a:normAutofit/>
          </a:bodyPr>
          <a:lstStyle>
            <a:lvl1pPr marL="0" indent="0" algn="l">
              <a:buNone/>
              <a:defRPr sz="2800">
                <a:solidFill>
                  <a:srgbClr val="003D54"/>
                </a:solidFill>
                <a:latin typeface="Abadi" panose="020B0604020202020204" pitchFamily="34" charset="0"/>
              </a:defRPr>
            </a:lvl1pPr>
            <a:lvl2pPr marL="240030" indent="0" algn="l">
              <a:buNone/>
              <a:defRPr sz="4400">
                <a:solidFill>
                  <a:srgbClr val="003D54"/>
                </a:solidFill>
              </a:defRPr>
            </a:lvl2pPr>
            <a:lvl3pPr marL="480060" indent="0" algn="l">
              <a:buNone/>
              <a:defRPr sz="4400">
                <a:solidFill>
                  <a:srgbClr val="003D54"/>
                </a:solidFill>
              </a:defRPr>
            </a:lvl3pPr>
            <a:lvl4pPr marL="720090" indent="0" algn="l">
              <a:buNone/>
              <a:defRPr sz="4400">
                <a:solidFill>
                  <a:srgbClr val="003D54"/>
                </a:solidFill>
              </a:defRPr>
            </a:lvl4pPr>
            <a:lvl5pPr marL="960120" indent="0" algn="l">
              <a:buNone/>
              <a:defRPr sz="4400">
                <a:solidFill>
                  <a:srgbClr val="003D54"/>
                </a:solidFill>
              </a:defRPr>
            </a:lvl5pPr>
          </a:lstStyle>
          <a:p>
            <a:pPr lvl="0"/>
            <a:r>
              <a:rPr lang="en-US" dirty="0"/>
              <a:t>Click to Add text</a:t>
            </a:r>
            <a:endParaRPr lang="ar-SA" dirty="0"/>
          </a:p>
        </p:txBody>
      </p:sp>
      <p:sp>
        <p:nvSpPr>
          <p:cNvPr id="12" name="Text Placeholder 10"/>
          <p:cNvSpPr>
            <a:spLocks noGrp="1"/>
          </p:cNvSpPr>
          <p:nvPr>
            <p:ph type="body" sz="quarter" idx="14" hasCustomPrompt="1"/>
          </p:nvPr>
        </p:nvSpPr>
        <p:spPr>
          <a:xfrm>
            <a:off x="12571838" y="9039245"/>
            <a:ext cx="9779000" cy="14130334"/>
          </a:xfrm>
          <a:prstGeom prst="rect">
            <a:avLst/>
          </a:prstGeom>
          <a:ln>
            <a:solidFill>
              <a:srgbClr val="202C55"/>
            </a:solidFill>
          </a:ln>
        </p:spPr>
        <p:txBody>
          <a:bodyPr lIns="540000" tIns="288000" anchor="t">
            <a:normAutofit/>
          </a:bodyPr>
          <a:lstStyle>
            <a:lvl1pPr marL="0" indent="0" algn="l">
              <a:buNone/>
              <a:defRPr sz="2800">
                <a:solidFill>
                  <a:srgbClr val="003D54"/>
                </a:solidFill>
                <a:latin typeface="Abadi" panose="020B0604020202020204" pitchFamily="34" charset="0"/>
              </a:defRPr>
            </a:lvl1pPr>
            <a:lvl2pPr marL="240030" indent="0" algn="l">
              <a:buNone/>
              <a:defRPr sz="4400">
                <a:solidFill>
                  <a:srgbClr val="003D54"/>
                </a:solidFill>
              </a:defRPr>
            </a:lvl2pPr>
            <a:lvl3pPr marL="480060" indent="0" algn="l">
              <a:buNone/>
              <a:defRPr sz="4400">
                <a:solidFill>
                  <a:srgbClr val="003D54"/>
                </a:solidFill>
              </a:defRPr>
            </a:lvl3pPr>
            <a:lvl4pPr marL="720090" indent="0" algn="l">
              <a:buNone/>
              <a:defRPr sz="4400">
                <a:solidFill>
                  <a:srgbClr val="003D54"/>
                </a:solidFill>
              </a:defRPr>
            </a:lvl4pPr>
            <a:lvl5pPr marL="960120" indent="0" algn="l">
              <a:buNone/>
              <a:defRPr sz="4400">
                <a:solidFill>
                  <a:srgbClr val="003D54"/>
                </a:solidFill>
              </a:defRPr>
            </a:lvl5pPr>
          </a:lstStyle>
          <a:p>
            <a:pPr lvl="0"/>
            <a:r>
              <a:rPr lang="en-US" dirty="0"/>
              <a:t>Click to Add text</a:t>
            </a:r>
            <a:endParaRPr lang="ar-SA" dirty="0"/>
          </a:p>
        </p:txBody>
      </p:sp>
      <p:sp>
        <p:nvSpPr>
          <p:cNvPr id="13" name="Text Placeholder 8">
            <a:extLst>
              <a:ext uri="{FF2B5EF4-FFF2-40B4-BE49-F238E27FC236}">
                <a16:creationId xmlns:a16="http://schemas.microsoft.com/office/drawing/2014/main" id="{A5DD0AD9-2109-4184-8FBE-D473B255A3FB}"/>
              </a:ext>
            </a:extLst>
          </p:cNvPr>
          <p:cNvSpPr>
            <a:spLocks noGrp="1"/>
          </p:cNvSpPr>
          <p:nvPr>
            <p:ph type="body" sz="quarter" idx="17" hasCustomPrompt="1"/>
          </p:nvPr>
        </p:nvSpPr>
        <p:spPr>
          <a:xfrm>
            <a:off x="2038532" y="5440677"/>
            <a:ext cx="20700890" cy="815340"/>
          </a:xfrm>
          <a:prstGeom prst="rect">
            <a:avLst/>
          </a:prstGeom>
        </p:spPr>
        <p:txBody>
          <a:bodyPr anchor="ctr">
            <a:normAutofit/>
          </a:bodyPr>
          <a:lstStyle>
            <a:lvl1pPr marL="0" indent="0" algn="ctr">
              <a:buNone/>
              <a:defRPr sz="4400" b="0" baseline="0">
                <a:solidFill>
                  <a:srgbClr val="97111B"/>
                </a:solidFill>
                <a:effectLst>
                  <a:glow rad="38100">
                    <a:schemeClr val="bg1">
                      <a:lumMod val="50000"/>
                      <a:lumOff val="50000"/>
                      <a:alpha val="20000"/>
                    </a:schemeClr>
                  </a:glow>
                </a:effectLst>
                <a:latin typeface="Myriad Pro"/>
                <a:ea typeface="Adobe Fan Heiti Std B" panose="020B0700000000000000" pitchFamily="34" charset="-128"/>
              </a:defRPr>
            </a:lvl1pPr>
            <a:lvl3pPr marL="914400" indent="0">
              <a:buNone/>
              <a:defRPr/>
            </a:lvl3pPr>
            <a:lvl4pPr marL="1371600" indent="0">
              <a:buNone/>
              <a:defRPr/>
            </a:lvl4pPr>
            <a:lvl5pPr marL="1828800" indent="0">
              <a:buNone/>
              <a:defRPr/>
            </a:lvl5pPr>
          </a:lstStyle>
          <a:p>
            <a:pPr lvl="0"/>
            <a:r>
              <a:rPr lang="en-US" dirty="0"/>
              <a:t>Click to Add Author Affiliation</a:t>
            </a:r>
            <a:endParaRPr lang="ar-SA" dirty="0"/>
          </a:p>
        </p:txBody>
      </p:sp>
      <p:sp>
        <p:nvSpPr>
          <p:cNvPr id="14" name="Text Placeholder 8">
            <a:extLst>
              <a:ext uri="{FF2B5EF4-FFF2-40B4-BE49-F238E27FC236}">
                <a16:creationId xmlns:a16="http://schemas.microsoft.com/office/drawing/2014/main" id="{547FA6D5-E0D6-43D1-9BF2-5128B16D3577}"/>
              </a:ext>
            </a:extLst>
          </p:cNvPr>
          <p:cNvSpPr>
            <a:spLocks noGrp="1"/>
          </p:cNvSpPr>
          <p:nvPr>
            <p:ph type="body" sz="quarter" idx="19" hasCustomPrompt="1"/>
          </p:nvPr>
        </p:nvSpPr>
        <p:spPr>
          <a:xfrm>
            <a:off x="2038532" y="2871061"/>
            <a:ext cx="20700890" cy="1560477"/>
          </a:xfrm>
          <a:prstGeom prst="rect">
            <a:avLst/>
          </a:prstGeom>
        </p:spPr>
        <p:txBody>
          <a:bodyPr anchor="ctr">
            <a:noAutofit/>
          </a:bodyPr>
          <a:lstStyle>
            <a:lvl1pPr marL="0" indent="0" algn="ctr">
              <a:buNone/>
              <a:defRPr sz="9600" baseline="0">
                <a:solidFill>
                  <a:srgbClr val="97111B"/>
                </a:solidFill>
                <a:latin typeface="Myriad Pro"/>
                <a:ea typeface="Adobe Fan Heiti Std B" panose="020B0700000000000000" pitchFamily="34" charset="-128"/>
              </a:defRPr>
            </a:lvl1pPr>
            <a:lvl3pPr marL="914400" indent="0">
              <a:buNone/>
              <a:defRPr/>
            </a:lvl3pPr>
            <a:lvl4pPr marL="1371600" indent="0">
              <a:buNone/>
              <a:defRPr/>
            </a:lvl4pPr>
            <a:lvl5pPr marL="1828800" indent="0">
              <a:buNone/>
              <a:defRPr/>
            </a:lvl5pPr>
          </a:lstStyle>
          <a:p>
            <a:pPr lvl="0"/>
            <a:r>
              <a:rPr lang="en-US" dirty="0"/>
              <a:t>Click to Add TITLE</a:t>
            </a:r>
            <a:endParaRPr lang="ar-SA" dirty="0"/>
          </a:p>
        </p:txBody>
      </p:sp>
      <p:sp>
        <p:nvSpPr>
          <p:cNvPr id="15" name="Text Placeholder 8">
            <a:extLst>
              <a:ext uri="{FF2B5EF4-FFF2-40B4-BE49-F238E27FC236}">
                <a16:creationId xmlns:a16="http://schemas.microsoft.com/office/drawing/2014/main" id="{233D5F7D-1587-4192-B291-96E56E0FA4EF}"/>
              </a:ext>
            </a:extLst>
          </p:cNvPr>
          <p:cNvSpPr>
            <a:spLocks noGrp="1"/>
          </p:cNvSpPr>
          <p:nvPr>
            <p:ph type="body" sz="quarter" idx="25" hasCustomPrompt="1"/>
          </p:nvPr>
        </p:nvSpPr>
        <p:spPr>
          <a:xfrm>
            <a:off x="2038532" y="6359254"/>
            <a:ext cx="20700890" cy="940880"/>
          </a:xfrm>
          <a:prstGeom prst="rect">
            <a:avLst/>
          </a:prstGeom>
        </p:spPr>
        <p:txBody>
          <a:bodyPr anchor="ctr">
            <a:normAutofit/>
          </a:bodyPr>
          <a:lstStyle>
            <a:lvl1pPr marL="0" indent="0" algn="ctr">
              <a:buNone/>
              <a:defRPr sz="3600" b="0" baseline="0">
                <a:solidFill>
                  <a:srgbClr val="97111B"/>
                </a:solidFill>
                <a:effectLst>
                  <a:glow rad="38100">
                    <a:schemeClr val="bg1">
                      <a:lumMod val="50000"/>
                      <a:lumOff val="50000"/>
                      <a:alpha val="20000"/>
                    </a:schemeClr>
                  </a:glow>
                </a:effectLst>
                <a:latin typeface="Myriad Pro"/>
                <a:ea typeface="Adobe Fan Heiti Std B" panose="020B0700000000000000" pitchFamily="34" charset="-128"/>
              </a:defRPr>
            </a:lvl1pPr>
            <a:lvl3pPr marL="914400" indent="0">
              <a:buNone/>
              <a:defRPr/>
            </a:lvl3pPr>
            <a:lvl4pPr marL="1371600" indent="0">
              <a:buNone/>
              <a:defRPr/>
            </a:lvl4pPr>
            <a:lvl5pPr marL="1828800" indent="0">
              <a:buNone/>
              <a:defRPr/>
            </a:lvl5pPr>
          </a:lstStyle>
          <a:p>
            <a:pPr lvl="0"/>
            <a:r>
              <a:rPr lang="en-US" dirty="0"/>
              <a:t>Click to Add Corresponding Author Email</a:t>
            </a:r>
            <a:endParaRPr lang="ar-SA" dirty="0"/>
          </a:p>
        </p:txBody>
      </p:sp>
      <p:sp>
        <p:nvSpPr>
          <p:cNvPr id="16" name="Content Placeholder 3">
            <a:extLst>
              <a:ext uri="{FF2B5EF4-FFF2-40B4-BE49-F238E27FC236}">
                <a16:creationId xmlns:a16="http://schemas.microsoft.com/office/drawing/2014/main" id="{E64F2199-8F70-4DAF-9DBD-3AE656BBF691}"/>
              </a:ext>
            </a:extLst>
          </p:cNvPr>
          <p:cNvSpPr>
            <a:spLocks noGrp="1"/>
          </p:cNvSpPr>
          <p:nvPr>
            <p:ph sz="quarter" idx="27" hasCustomPrompt="1"/>
          </p:nvPr>
        </p:nvSpPr>
        <p:spPr>
          <a:xfrm>
            <a:off x="2038350" y="4440378"/>
            <a:ext cx="20701000" cy="999534"/>
          </a:xfrm>
        </p:spPr>
        <p:txBody>
          <a:bodyPr anchor="ctr">
            <a:normAutofit/>
          </a:bodyPr>
          <a:lstStyle>
            <a:lvl1pPr marL="0" indent="0" algn="ctr">
              <a:buNone/>
              <a:defRPr sz="5400">
                <a:solidFill>
                  <a:schemeClr val="accent2"/>
                </a:solidFill>
                <a:latin typeface="Myriad Pro"/>
              </a:defRPr>
            </a:lvl1pPr>
            <a:lvl2pPr marL="1259997" indent="0">
              <a:buNone/>
              <a:defRPr/>
            </a:lvl2pPr>
            <a:lvl3pPr marL="2519995" indent="0">
              <a:buNone/>
              <a:defRPr/>
            </a:lvl3pPr>
            <a:lvl4pPr marL="3779992" indent="0">
              <a:buNone/>
              <a:defRPr/>
            </a:lvl4pPr>
            <a:lvl5pPr marL="5039990" indent="0">
              <a:buNone/>
              <a:defRPr/>
            </a:lvl5pPr>
          </a:lstStyle>
          <a:p>
            <a:pPr lvl="0"/>
            <a:r>
              <a:rPr lang="en-US" dirty="0"/>
              <a:t>Authors (1), Authors (2), Authors (3),.......................</a:t>
            </a:r>
          </a:p>
        </p:txBody>
      </p:sp>
    </p:spTree>
    <p:extLst>
      <p:ext uri="{BB962C8B-B14F-4D97-AF65-F5344CB8AC3E}">
        <p14:creationId xmlns:p14="http://schemas.microsoft.com/office/powerpoint/2010/main" val="26021282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01426" y="8626455"/>
            <a:ext cx="10389160" cy="6471736"/>
          </a:xfrm>
          <a:prstGeom prst="rect">
            <a:avLst/>
          </a:prstGeom>
          <a:ln>
            <a:solidFill>
              <a:srgbClr val="015570"/>
            </a:solidFill>
          </a:ln>
        </p:spPr>
        <p:txBody>
          <a:bodyPr lIns="360000" tIns="288000" anchor="t">
            <a:normAutofit/>
          </a:bodyPr>
          <a:lstStyle>
            <a:lvl1pPr algn="l">
              <a:defRPr sz="2800" b="0">
                <a:solidFill>
                  <a:srgbClr val="003D54"/>
                </a:solidFill>
                <a:latin typeface="Abadi" panose="020B0604020202020204" pitchFamily="34" charset="0"/>
              </a:defRPr>
            </a:lvl1pPr>
          </a:lstStyle>
          <a:p>
            <a:r>
              <a:rPr lang="en-US" dirty="0"/>
              <a:t>Click to edit Master title style</a:t>
            </a:r>
          </a:p>
        </p:txBody>
      </p:sp>
      <p:sp>
        <p:nvSpPr>
          <p:cNvPr id="3" name="Content Placeholder 2"/>
          <p:cNvSpPr>
            <a:spLocks noGrp="1"/>
          </p:cNvSpPr>
          <p:nvPr>
            <p:ph idx="1" hasCustomPrompt="1"/>
          </p:nvPr>
        </p:nvSpPr>
        <p:spPr>
          <a:xfrm>
            <a:off x="13575325" y="8626455"/>
            <a:ext cx="9101882" cy="6471735"/>
          </a:xfrm>
          <a:prstGeom prst="rect">
            <a:avLst/>
          </a:prstGeom>
          <a:ln>
            <a:solidFill>
              <a:srgbClr val="015570"/>
            </a:solidFill>
          </a:ln>
        </p:spPr>
        <p:txBody>
          <a:bodyPr lIns="360000" tIns="288000" anchor="t">
            <a:normAutofit/>
          </a:bodyPr>
          <a:lstStyle>
            <a:lvl1pPr>
              <a:defRPr sz="2800">
                <a:latin typeface="Abadi" panose="020B0604020202020204" pitchFamily="34" charset="0"/>
              </a:defRPr>
            </a:lvl1pPr>
            <a:lvl2pPr>
              <a:defRPr sz="2800">
                <a:latin typeface="Abadi" panose="020B0604020202020204" pitchFamily="34" charset="0"/>
              </a:defRPr>
            </a:lvl2pPr>
            <a:lvl3pPr>
              <a:defRPr sz="2800">
                <a:latin typeface="Abadi" panose="020B0604020202020204" pitchFamily="34" charset="0"/>
              </a:defRPr>
            </a:lvl3pPr>
            <a:lvl4pPr>
              <a:defRPr sz="2800">
                <a:latin typeface="Abadi" panose="020B0604020202020204" pitchFamily="34" charset="0"/>
              </a:defRPr>
            </a:lvl4pPr>
            <a:lvl5pPr>
              <a:defRPr sz="2800">
                <a:latin typeface="Abadi" panose="020B0604020202020204" pitchFamily="34" charset="0"/>
              </a:defRPr>
            </a:lvl5pPr>
            <a:lvl6pPr>
              <a:defRPr sz="578"/>
            </a:lvl6pPr>
            <a:lvl7pPr>
              <a:defRPr sz="578"/>
            </a:lvl7pPr>
            <a:lvl8pPr>
              <a:defRPr sz="578"/>
            </a:lvl8pPr>
            <a:lvl9pPr>
              <a:defRPr sz="578"/>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hasCustomPrompt="1"/>
          </p:nvPr>
        </p:nvSpPr>
        <p:spPr>
          <a:xfrm>
            <a:off x="13575325" y="16758577"/>
            <a:ext cx="9101882" cy="15856975"/>
          </a:xfrm>
          <a:prstGeom prst="rect">
            <a:avLst/>
          </a:prstGeom>
          <a:ln>
            <a:solidFill>
              <a:srgbClr val="015570"/>
            </a:solidFill>
          </a:ln>
        </p:spPr>
        <p:txBody>
          <a:bodyPr lIns="360000" tIns="288000" anchor="t">
            <a:normAutofit/>
          </a:bodyPr>
          <a:lstStyle>
            <a:lvl1pPr marL="0" indent="0" algn="l">
              <a:buNone/>
              <a:defRPr sz="2800">
                <a:solidFill>
                  <a:srgbClr val="003D54"/>
                </a:solidFill>
                <a:latin typeface="Abadi" panose="020B0604020202020204" pitchFamily="34" charset="0"/>
              </a:defRPr>
            </a:lvl1pPr>
            <a:lvl2pPr marL="240030" indent="0">
              <a:buNone/>
              <a:defRPr sz="630"/>
            </a:lvl2pPr>
            <a:lvl3pPr marL="480060" indent="0">
              <a:buNone/>
              <a:defRPr sz="525"/>
            </a:lvl3pPr>
            <a:lvl4pPr marL="720090" indent="0">
              <a:buNone/>
              <a:defRPr sz="472"/>
            </a:lvl4pPr>
            <a:lvl5pPr marL="960120" indent="0">
              <a:buNone/>
              <a:defRPr sz="472"/>
            </a:lvl5pPr>
            <a:lvl6pPr marL="1200150" indent="0">
              <a:buNone/>
              <a:defRPr sz="472"/>
            </a:lvl6pPr>
            <a:lvl7pPr marL="1440180" indent="0">
              <a:buNone/>
              <a:defRPr sz="472"/>
            </a:lvl7pPr>
            <a:lvl8pPr marL="1680210" indent="0">
              <a:buNone/>
              <a:defRPr sz="472"/>
            </a:lvl8pPr>
            <a:lvl9pPr marL="1920240" indent="0">
              <a:buNone/>
              <a:defRPr sz="472"/>
            </a:lvl9pPr>
          </a:lstStyle>
          <a:p>
            <a:pPr lvl="0"/>
            <a:r>
              <a:rPr lang="en-US" dirty="0"/>
              <a:t>Click to edit Master text styles</a:t>
            </a:r>
          </a:p>
        </p:txBody>
      </p:sp>
      <p:sp>
        <p:nvSpPr>
          <p:cNvPr id="12" name="Content Placeholder 2"/>
          <p:cNvSpPr>
            <a:spLocks noGrp="1"/>
          </p:cNvSpPr>
          <p:nvPr>
            <p:ph idx="22" hasCustomPrompt="1"/>
          </p:nvPr>
        </p:nvSpPr>
        <p:spPr>
          <a:xfrm>
            <a:off x="2201426" y="16758577"/>
            <a:ext cx="10389159" cy="7058552"/>
          </a:xfrm>
          <a:prstGeom prst="rect">
            <a:avLst/>
          </a:prstGeom>
          <a:ln>
            <a:solidFill>
              <a:srgbClr val="015570"/>
            </a:solidFill>
          </a:ln>
        </p:spPr>
        <p:txBody>
          <a:bodyPr lIns="360000" tIns="288000" anchor="t">
            <a:normAutofit/>
          </a:bodyPr>
          <a:lstStyle>
            <a:lvl1pPr>
              <a:defRPr sz="2800">
                <a:latin typeface="Abadi" panose="020B0604020202020204" pitchFamily="34" charset="0"/>
              </a:defRPr>
            </a:lvl1pPr>
            <a:lvl2pPr>
              <a:defRPr sz="2800">
                <a:latin typeface="Abadi" panose="020B0604020202020204" pitchFamily="34" charset="0"/>
              </a:defRPr>
            </a:lvl2pPr>
            <a:lvl3pPr>
              <a:defRPr sz="2800">
                <a:latin typeface="Abadi" panose="020B0604020202020204" pitchFamily="34" charset="0"/>
              </a:defRPr>
            </a:lvl3pPr>
            <a:lvl4pPr>
              <a:defRPr sz="2800">
                <a:latin typeface="Abadi" panose="020B0604020202020204" pitchFamily="34" charset="0"/>
              </a:defRPr>
            </a:lvl4pPr>
            <a:lvl5pPr>
              <a:defRPr sz="2800">
                <a:latin typeface="Abadi" panose="020B0604020202020204" pitchFamily="34" charset="0"/>
              </a:defRPr>
            </a:lvl5pPr>
            <a:lvl6pPr>
              <a:defRPr sz="578"/>
            </a:lvl6pPr>
            <a:lvl7pPr>
              <a:defRPr sz="578"/>
            </a:lvl7pPr>
            <a:lvl8pPr>
              <a:defRPr sz="578"/>
            </a:lvl8pPr>
            <a:lvl9pPr>
              <a:defRPr sz="578"/>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itle 1"/>
          <p:cNvSpPr txBox="1">
            <a:spLocks/>
          </p:cNvSpPr>
          <p:nvPr userDrawn="1"/>
        </p:nvSpPr>
        <p:spPr>
          <a:xfrm>
            <a:off x="2201426" y="25449352"/>
            <a:ext cx="10389160" cy="5851785"/>
          </a:xfrm>
          <a:prstGeom prst="rect">
            <a:avLst/>
          </a:prstGeom>
          <a:ln>
            <a:solidFill>
              <a:srgbClr val="015570"/>
            </a:solidFill>
          </a:ln>
        </p:spPr>
        <p:txBody>
          <a:bodyPr vert="horz" lIns="360000" tIns="288000" rIns="91440" bIns="45720" rtlCol="0" anchor="t">
            <a:normAutofit/>
          </a:bodyPr>
          <a:lstStyle>
            <a:lvl1pPr algn="l" defTabSz="240030" rtl="1" eaLnBrk="1" latinLnBrk="0" hangingPunct="1">
              <a:spcBef>
                <a:spcPct val="0"/>
              </a:spcBef>
              <a:buNone/>
              <a:defRPr sz="1155" b="0" kern="1200" cap="all">
                <a:ln w="3175" cmpd="sng">
                  <a:noFill/>
                </a:ln>
                <a:solidFill>
                  <a:schemeClr val="tx1"/>
                </a:soli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a:lstStyle>
          <a:p>
            <a:r>
              <a:rPr lang="en-US" sz="2800" dirty="0">
                <a:solidFill>
                  <a:srgbClr val="003D54"/>
                </a:solidFill>
                <a:latin typeface="Abadi" panose="020B0604020202020204" pitchFamily="34" charset="0"/>
              </a:rPr>
              <a:t>Click to edit Master title style</a:t>
            </a:r>
          </a:p>
        </p:txBody>
      </p:sp>
      <p:sp>
        <p:nvSpPr>
          <p:cNvPr id="18" name="Text Placeholder 2"/>
          <p:cNvSpPr>
            <a:spLocks noGrp="1"/>
          </p:cNvSpPr>
          <p:nvPr>
            <p:ph type="body" idx="24"/>
          </p:nvPr>
        </p:nvSpPr>
        <p:spPr>
          <a:xfrm>
            <a:off x="2201425" y="7419689"/>
            <a:ext cx="10389159" cy="1206767"/>
          </a:xfrm>
          <a:prstGeom prst="rect">
            <a:avLst/>
          </a:prstGeom>
          <a:ln/>
        </p:spPr>
        <p:style>
          <a:lnRef idx="1">
            <a:schemeClr val="accent1"/>
          </a:lnRef>
          <a:fillRef idx="3">
            <a:schemeClr val="accent1"/>
          </a:fillRef>
          <a:effectRef idx="2">
            <a:schemeClr val="accent1"/>
          </a:effectRef>
          <a:fontRef idx="minor">
            <a:schemeClr val="lt1"/>
          </a:fontRef>
        </p:style>
        <p:txBody>
          <a:bodyPr lIns="0" tIns="0" anchor="ctr">
            <a:noAutofit/>
          </a:bodyPr>
          <a:lstStyle>
            <a:lvl1pPr marL="0" indent="0" algn="ctr">
              <a:buNone/>
              <a:defRPr sz="4400" b="0">
                <a:solidFill>
                  <a:schemeClr val="bg2"/>
                </a:solidFill>
                <a:latin typeface="Abadi" panose="020B0604020202020204" pitchFamily="34" charset="0"/>
                <a:ea typeface="Adobe Fan Heiti Std B" panose="020B0700000000000000" pitchFamily="34" charset="-128"/>
              </a:defRPr>
            </a:lvl1pPr>
            <a:lvl2pPr marL="240030" indent="0">
              <a:buNone/>
              <a:defRPr sz="1050" b="1"/>
            </a:lvl2pPr>
            <a:lvl3pPr marL="480060" indent="0">
              <a:buNone/>
              <a:defRPr sz="945" b="1"/>
            </a:lvl3pPr>
            <a:lvl4pPr marL="720090" indent="0">
              <a:buNone/>
              <a:defRPr sz="840" b="1"/>
            </a:lvl4pPr>
            <a:lvl5pPr marL="960120" indent="0">
              <a:buNone/>
              <a:defRPr sz="840" b="1"/>
            </a:lvl5pPr>
            <a:lvl6pPr marL="1200150" indent="0">
              <a:buNone/>
              <a:defRPr sz="840" b="1"/>
            </a:lvl6pPr>
            <a:lvl7pPr marL="1440180" indent="0">
              <a:buNone/>
              <a:defRPr sz="840" b="1"/>
            </a:lvl7pPr>
            <a:lvl8pPr marL="1680210" indent="0">
              <a:buNone/>
              <a:defRPr sz="840" b="1"/>
            </a:lvl8pPr>
            <a:lvl9pPr marL="1920240" indent="0">
              <a:buNone/>
              <a:defRPr sz="840" b="1"/>
            </a:lvl9pPr>
          </a:lstStyle>
          <a:p>
            <a:pPr lvl="0"/>
            <a:r>
              <a:rPr lang="en-US" dirty="0"/>
              <a:t>Click to edit Master text styles</a:t>
            </a:r>
          </a:p>
        </p:txBody>
      </p:sp>
      <p:sp>
        <p:nvSpPr>
          <p:cNvPr id="19" name="Text Placeholder 4"/>
          <p:cNvSpPr>
            <a:spLocks noGrp="1"/>
          </p:cNvSpPr>
          <p:nvPr>
            <p:ph type="body" sz="quarter" idx="25"/>
          </p:nvPr>
        </p:nvSpPr>
        <p:spPr>
          <a:xfrm>
            <a:off x="13575325" y="7419689"/>
            <a:ext cx="9101882" cy="1206767"/>
          </a:xfrm>
          <a:prstGeom prst="rect">
            <a:avLst/>
          </a:prstGeom>
          <a:ln/>
        </p:spPr>
        <p:style>
          <a:lnRef idx="1">
            <a:schemeClr val="accent1"/>
          </a:lnRef>
          <a:fillRef idx="3">
            <a:schemeClr val="accent1"/>
          </a:fillRef>
          <a:effectRef idx="2">
            <a:schemeClr val="accent1"/>
          </a:effectRef>
          <a:fontRef idx="minor">
            <a:schemeClr val="lt1"/>
          </a:fontRef>
        </p:style>
        <p:txBody>
          <a:bodyPr anchor="ctr">
            <a:noAutofit/>
          </a:bodyPr>
          <a:lstStyle>
            <a:lvl1pPr marL="0" indent="0" algn="ctr">
              <a:buNone/>
              <a:defRPr sz="4400" b="0">
                <a:solidFill>
                  <a:schemeClr val="bg2"/>
                </a:solidFill>
                <a:latin typeface="Abadi" panose="020B0604020202020204" pitchFamily="34" charset="0"/>
                <a:ea typeface="Adobe Fan Heiti Std B" panose="020B0700000000000000" pitchFamily="34" charset="-128"/>
              </a:defRPr>
            </a:lvl1pPr>
            <a:lvl2pPr marL="240030" indent="0">
              <a:buNone/>
              <a:defRPr sz="1050" b="1"/>
            </a:lvl2pPr>
            <a:lvl3pPr marL="480060" indent="0">
              <a:buNone/>
              <a:defRPr sz="945" b="1"/>
            </a:lvl3pPr>
            <a:lvl4pPr marL="720090" indent="0">
              <a:buNone/>
              <a:defRPr sz="840" b="1"/>
            </a:lvl4pPr>
            <a:lvl5pPr marL="960120" indent="0">
              <a:buNone/>
              <a:defRPr sz="840" b="1"/>
            </a:lvl5pPr>
            <a:lvl6pPr marL="1200150" indent="0">
              <a:buNone/>
              <a:defRPr sz="840" b="1"/>
            </a:lvl6pPr>
            <a:lvl7pPr marL="1440180" indent="0">
              <a:buNone/>
              <a:defRPr sz="840" b="1"/>
            </a:lvl7pPr>
            <a:lvl8pPr marL="1680210" indent="0">
              <a:buNone/>
              <a:defRPr sz="840" b="1"/>
            </a:lvl8pPr>
            <a:lvl9pPr marL="1920240" indent="0">
              <a:buNone/>
              <a:defRPr sz="840" b="1"/>
            </a:lvl9pPr>
          </a:lstStyle>
          <a:p>
            <a:pPr lvl="0"/>
            <a:r>
              <a:rPr lang="en-US" dirty="0"/>
              <a:t>Click to edit Master text styles</a:t>
            </a:r>
          </a:p>
        </p:txBody>
      </p:sp>
      <p:sp>
        <p:nvSpPr>
          <p:cNvPr id="20" name="Text Placeholder 2"/>
          <p:cNvSpPr>
            <a:spLocks noGrp="1"/>
          </p:cNvSpPr>
          <p:nvPr>
            <p:ph type="body" idx="26"/>
          </p:nvPr>
        </p:nvSpPr>
        <p:spPr>
          <a:xfrm>
            <a:off x="2201423" y="15551810"/>
            <a:ext cx="10389159" cy="1206767"/>
          </a:xfrm>
          <a:prstGeom prst="rect">
            <a:avLst/>
          </a:prstGeom>
          <a:ln/>
        </p:spPr>
        <p:style>
          <a:lnRef idx="1">
            <a:schemeClr val="accent1"/>
          </a:lnRef>
          <a:fillRef idx="3">
            <a:schemeClr val="accent1"/>
          </a:fillRef>
          <a:effectRef idx="2">
            <a:schemeClr val="accent1"/>
          </a:effectRef>
          <a:fontRef idx="minor">
            <a:schemeClr val="lt1"/>
          </a:fontRef>
        </p:style>
        <p:txBody>
          <a:bodyPr lIns="0" tIns="0" anchor="ctr">
            <a:noAutofit/>
          </a:bodyPr>
          <a:lstStyle>
            <a:lvl1pPr marL="0" indent="0" algn="ctr">
              <a:buNone/>
              <a:defRPr sz="4400" b="0">
                <a:solidFill>
                  <a:schemeClr val="bg2"/>
                </a:solidFill>
                <a:latin typeface="Abadi" panose="020B0604020202020204" pitchFamily="34" charset="0"/>
                <a:ea typeface="Adobe Fan Heiti Std B" panose="020B0700000000000000" pitchFamily="34" charset="-128"/>
              </a:defRPr>
            </a:lvl1pPr>
            <a:lvl2pPr marL="240030" indent="0">
              <a:buNone/>
              <a:defRPr sz="1050" b="1"/>
            </a:lvl2pPr>
            <a:lvl3pPr marL="480060" indent="0">
              <a:buNone/>
              <a:defRPr sz="945" b="1"/>
            </a:lvl3pPr>
            <a:lvl4pPr marL="720090" indent="0">
              <a:buNone/>
              <a:defRPr sz="840" b="1"/>
            </a:lvl4pPr>
            <a:lvl5pPr marL="960120" indent="0">
              <a:buNone/>
              <a:defRPr sz="840" b="1"/>
            </a:lvl5pPr>
            <a:lvl6pPr marL="1200150" indent="0">
              <a:buNone/>
              <a:defRPr sz="840" b="1"/>
            </a:lvl6pPr>
            <a:lvl7pPr marL="1440180" indent="0">
              <a:buNone/>
              <a:defRPr sz="840" b="1"/>
            </a:lvl7pPr>
            <a:lvl8pPr marL="1680210" indent="0">
              <a:buNone/>
              <a:defRPr sz="840" b="1"/>
            </a:lvl8pPr>
            <a:lvl9pPr marL="1920240" indent="0">
              <a:buNone/>
              <a:defRPr sz="840" b="1"/>
            </a:lvl9pPr>
          </a:lstStyle>
          <a:p>
            <a:pPr lvl="0"/>
            <a:r>
              <a:rPr lang="en-US" dirty="0"/>
              <a:t>Click to edit Master text styles</a:t>
            </a:r>
          </a:p>
        </p:txBody>
      </p:sp>
      <p:sp>
        <p:nvSpPr>
          <p:cNvPr id="21" name="Text Placeholder 4"/>
          <p:cNvSpPr>
            <a:spLocks noGrp="1"/>
          </p:cNvSpPr>
          <p:nvPr>
            <p:ph type="body" sz="quarter" idx="27"/>
          </p:nvPr>
        </p:nvSpPr>
        <p:spPr>
          <a:xfrm>
            <a:off x="13575325" y="15551810"/>
            <a:ext cx="9101882" cy="1206767"/>
          </a:xfrm>
          <a:prstGeom prst="rect">
            <a:avLst/>
          </a:prstGeom>
          <a:ln/>
        </p:spPr>
        <p:style>
          <a:lnRef idx="1">
            <a:schemeClr val="accent1"/>
          </a:lnRef>
          <a:fillRef idx="3">
            <a:schemeClr val="accent1"/>
          </a:fillRef>
          <a:effectRef idx="2">
            <a:schemeClr val="accent1"/>
          </a:effectRef>
          <a:fontRef idx="minor">
            <a:schemeClr val="lt1"/>
          </a:fontRef>
        </p:style>
        <p:txBody>
          <a:bodyPr anchor="ctr">
            <a:noAutofit/>
          </a:bodyPr>
          <a:lstStyle>
            <a:lvl1pPr marL="0" indent="0" algn="ctr">
              <a:buNone/>
              <a:defRPr sz="4400" b="0">
                <a:solidFill>
                  <a:schemeClr val="bg2"/>
                </a:solidFill>
                <a:latin typeface="Abadi" panose="020B0604020202020204" pitchFamily="34" charset="0"/>
                <a:ea typeface="Adobe Fan Heiti Std B" panose="020B0700000000000000" pitchFamily="34" charset="-128"/>
              </a:defRPr>
            </a:lvl1pPr>
            <a:lvl2pPr marL="240030" indent="0">
              <a:buNone/>
              <a:defRPr sz="1050" b="1"/>
            </a:lvl2pPr>
            <a:lvl3pPr marL="480060" indent="0">
              <a:buNone/>
              <a:defRPr sz="945" b="1"/>
            </a:lvl3pPr>
            <a:lvl4pPr marL="720090" indent="0">
              <a:buNone/>
              <a:defRPr sz="840" b="1"/>
            </a:lvl4pPr>
            <a:lvl5pPr marL="960120" indent="0">
              <a:buNone/>
              <a:defRPr sz="840" b="1"/>
            </a:lvl5pPr>
            <a:lvl6pPr marL="1200150" indent="0">
              <a:buNone/>
              <a:defRPr sz="840" b="1"/>
            </a:lvl6pPr>
            <a:lvl7pPr marL="1440180" indent="0">
              <a:buNone/>
              <a:defRPr sz="840" b="1"/>
            </a:lvl7pPr>
            <a:lvl8pPr marL="1680210" indent="0">
              <a:buNone/>
              <a:defRPr sz="840" b="1"/>
            </a:lvl8pPr>
            <a:lvl9pPr marL="1920240" indent="0">
              <a:buNone/>
              <a:defRPr sz="840" b="1"/>
            </a:lvl9pPr>
          </a:lstStyle>
          <a:p>
            <a:pPr lvl="0"/>
            <a:r>
              <a:rPr lang="en-US" dirty="0"/>
              <a:t>Click to edit Master text styles</a:t>
            </a:r>
          </a:p>
        </p:txBody>
      </p:sp>
      <p:sp>
        <p:nvSpPr>
          <p:cNvPr id="22" name="Text Placeholder 2"/>
          <p:cNvSpPr>
            <a:spLocks noGrp="1"/>
          </p:cNvSpPr>
          <p:nvPr>
            <p:ph type="body" idx="28"/>
          </p:nvPr>
        </p:nvSpPr>
        <p:spPr>
          <a:xfrm>
            <a:off x="2201423" y="24242586"/>
            <a:ext cx="10389159" cy="1206767"/>
          </a:xfrm>
          <a:prstGeom prst="rect">
            <a:avLst/>
          </a:prstGeom>
          <a:ln/>
        </p:spPr>
        <p:style>
          <a:lnRef idx="1">
            <a:schemeClr val="accent1"/>
          </a:lnRef>
          <a:fillRef idx="3">
            <a:schemeClr val="accent1"/>
          </a:fillRef>
          <a:effectRef idx="2">
            <a:schemeClr val="accent1"/>
          </a:effectRef>
          <a:fontRef idx="minor">
            <a:schemeClr val="lt1"/>
          </a:fontRef>
        </p:style>
        <p:txBody>
          <a:bodyPr lIns="0" tIns="0" anchor="ctr">
            <a:noAutofit/>
          </a:bodyPr>
          <a:lstStyle>
            <a:lvl1pPr marL="0" indent="0" algn="ctr">
              <a:buNone/>
              <a:defRPr sz="4400" b="0">
                <a:solidFill>
                  <a:schemeClr val="bg2"/>
                </a:solidFill>
                <a:latin typeface="Abadi" panose="020B0604020202020204" pitchFamily="34" charset="0"/>
                <a:ea typeface="Adobe Fan Heiti Std B" panose="020B0700000000000000" pitchFamily="34" charset="-128"/>
              </a:defRPr>
            </a:lvl1pPr>
            <a:lvl2pPr marL="240030" indent="0">
              <a:buNone/>
              <a:defRPr sz="1050" b="1"/>
            </a:lvl2pPr>
            <a:lvl3pPr marL="480060" indent="0">
              <a:buNone/>
              <a:defRPr sz="945" b="1"/>
            </a:lvl3pPr>
            <a:lvl4pPr marL="720090" indent="0">
              <a:buNone/>
              <a:defRPr sz="840" b="1"/>
            </a:lvl4pPr>
            <a:lvl5pPr marL="960120" indent="0">
              <a:buNone/>
              <a:defRPr sz="840" b="1"/>
            </a:lvl5pPr>
            <a:lvl6pPr marL="1200150" indent="0">
              <a:buNone/>
              <a:defRPr sz="840" b="1"/>
            </a:lvl6pPr>
            <a:lvl7pPr marL="1440180" indent="0">
              <a:buNone/>
              <a:defRPr sz="840" b="1"/>
            </a:lvl7pPr>
            <a:lvl8pPr marL="1680210" indent="0">
              <a:buNone/>
              <a:defRPr sz="840" b="1"/>
            </a:lvl8pPr>
            <a:lvl9pPr marL="1920240" indent="0">
              <a:buNone/>
              <a:defRPr sz="840" b="1"/>
            </a:lvl9pPr>
          </a:lstStyle>
          <a:p>
            <a:pPr lvl="0"/>
            <a:r>
              <a:rPr lang="en-US" dirty="0"/>
              <a:t>Click to edit Master text styles</a:t>
            </a:r>
          </a:p>
        </p:txBody>
      </p:sp>
      <p:sp>
        <p:nvSpPr>
          <p:cNvPr id="23" name="Text Placeholder 8">
            <a:extLst>
              <a:ext uri="{FF2B5EF4-FFF2-40B4-BE49-F238E27FC236}">
                <a16:creationId xmlns:a16="http://schemas.microsoft.com/office/drawing/2014/main" id="{09C73EED-8CCC-4EB4-A6E5-790E61A5BE78}"/>
              </a:ext>
            </a:extLst>
          </p:cNvPr>
          <p:cNvSpPr>
            <a:spLocks noGrp="1"/>
          </p:cNvSpPr>
          <p:nvPr>
            <p:ph type="body" sz="quarter" idx="17" hasCustomPrompt="1"/>
          </p:nvPr>
        </p:nvSpPr>
        <p:spPr>
          <a:xfrm>
            <a:off x="2038532" y="5440677"/>
            <a:ext cx="20700890" cy="815340"/>
          </a:xfrm>
          <a:prstGeom prst="rect">
            <a:avLst/>
          </a:prstGeom>
        </p:spPr>
        <p:txBody>
          <a:bodyPr anchor="ctr">
            <a:normAutofit/>
          </a:bodyPr>
          <a:lstStyle>
            <a:lvl1pPr marL="0" indent="0" algn="ctr">
              <a:buNone/>
              <a:defRPr sz="4400" b="0" baseline="0">
                <a:solidFill>
                  <a:srgbClr val="97111B"/>
                </a:solidFill>
                <a:effectLst>
                  <a:glow rad="38100">
                    <a:schemeClr val="bg1">
                      <a:lumMod val="50000"/>
                      <a:lumOff val="50000"/>
                      <a:alpha val="20000"/>
                    </a:schemeClr>
                  </a:glow>
                </a:effectLst>
                <a:latin typeface="Myriad Pro"/>
                <a:ea typeface="Adobe Fan Heiti Std B" panose="020B0700000000000000" pitchFamily="34" charset="-128"/>
              </a:defRPr>
            </a:lvl1pPr>
            <a:lvl3pPr marL="914400" indent="0">
              <a:buNone/>
              <a:defRPr/>
            </a:lvl3pPr>
            <a:lvl4pPr marL="1371600" indent="0">
              <a:buNone/>
              <a:defRPr/>
            </a:lvl4pPr>
            <a:lvl5pPr marL="1828800" indent="0">
              <a:buNone/>
              <a:defRPr/>
            </a:lvl5pPr>
          </a:lstStyle>
          <a:p>
            <a:pPr lvl="0"/>
            <a:r>
              <a:rPr lang="en-US" dirty="0"/>
              <a:t>Click to Add Author Affiliation</a:t>
            </a:r>
            <a:endParaRPr lang="ar-SA" dirty="0"/>
          </a:p>
        </p:txBody>
      </p:sp>
      <p:sp>
        <p:nvSpPr>
          <p:cNvPr id="24" name="Text Placeholder 8">
            <a:extLst>
              <a:ext uri="{FF2B5EF4-FFF2-40B4-BE49-F238E27FC236}">
                <a16:creationId xmlns:a16="http://schemas.microsoft.com/office/drawing/2014/main" id="{950B9964-0EC2-4515-BF95-19FE0D24C53A}"/>
              </a:ext>
            </a:extLst>
          </p:cNvPr>
          <p:cNvSpPr>
            <a:spLocks noGrp="1"/>
          </p:cNvSpPr>
          <p:nvPr>
            <p:ph type="body" sz="quarter" idx="19" hasCustomPrompt="1"/>
          </p:nvPr>
        </p:nvSpPr>
        <p:spPr>
          <a:xfrm>
            <a:off x="2038532" y="2871061"/>
            <a:ext cx="20700890" cy="1560477"/>
          </a:xfrm>
          <a:prstGeom prst="rect">
            <a:avLst/>
          </a:prstGeom>
        </p:spPr>
        <p:txBody>
          <a:bodyPr anchor="ctr">
            <a:noAutofit/>
          </a:bodyPr>
          <a:lstStyle>
            <a:lvl1pPr marL="0" indent="0" algn="ctr">
              <a:buNone/>
              <a:defRPr sz="9600" baseline="0">
                <a:solidFill>
                  <a:srgbClr val="97111B"/>
                </a:solidFill>
                <a:latin typeface="Myriad Pro"/>
                <a:ea typeface="Adobe Fan Heiti Std B" panose="020B0700000000000000" pitchFamily="34" charset="-128"/>
              </a:defRPr>
            </a:lvl1pPr>
            <a:lvl3pPr marL="914400" indent="0">
              <a:buNone/>
              <a:defRPr/>
            </a:lvl3pPr>
            <a:lvl4pPr marL="1371600" indent="0">
              <a:buNone/>
              <a:defRPr/>
            </a:lvl4pPr>
            <a:lvl5pPr marL="1828800" indent="0">
              <a:buNone/>
              <a:defRPr/>
            </a:lvl5pPr>
          </a:lstStyle>
          <a:p>
            <a:pPr lvl="0"/>
            <a:r>
              <a:rPr lang="en-US" dirty="0"/>
              <a:t>Click to Add TITLE</a:t>
            </a:r>
            <a:endParaRPr lang="ar-SA" dirty="0"/>
          </a:p>
        </p:txBody>
      </p:sp>
      <p:sp>
        <p:nvSpPr>
          <p:cNvPr id="25" name="Text Placeholder 8">
            <a:extLst>
              <a:ext uri="{FF2B5EF4-FFF2-40B4-BE49-F238E27FC236}">
                <a16:creationId xmlns:a16="http://schemas.microsoft.com/office/drawing/2014/main" id="{F1D05C7C-26E9-472C-91F6-4C203C4837BB}"/>
              </a:ext>
            </a:extLst>
          </p:cNvPr>
          <p:cNvSpPr>
            <a:spLocks noGrp="1"/>
          </p:cNvSpPr>
          <p:nvPr>
            <p:ph type="body" sz="quarter" idx="23" hasCustomPrompt="1"/>
          </p:nvPr>
        </p:nvSpPr>
        <p:spPr>
          <a:xfrm>
            <a:off x="2038532" y="6359254"/>
            <a:ext cx="20700890" cy="940880"/>
          </a:xfrm>
          <a:prstGeom prst="rect">
            <a:avLst/>
          </a:prstGeom>
        </p:spPr>
        <p:txBody>
          <a:bodyPr anchor="ctr">
            <a:normAutofit/>
          </a:bodyPr>
          <a:lstStyle>
            <a:lvl1pPr marL="0" indent="0" algn="ctr">
              <a:buNone/>
              <a:defRPr sz="3600" b="0" baseline="0">
                <a:solidFill>
                  <a:srgbClr val="97111B"/>
                </a:solidFill>
                <a:effectLst>
                  <a:glow rad="38100">
                    <a:schemeClr val="bg1">
                      <a:lumMod val="50000"/>
                      <a:lumOff val="50000"/>
                      <a:alpha val="20000"/>
                    </a:schemeClr>
                  </a:glow>
                </a:effectLst>
                <a:latin typeface="Myriad Pro"/>
                <a:ea typeface="Adobe Fan Heiti Std B" panose="020B0700000000000000" pitchFamily="34" charset="-128"/>
              </a:defRPr>
            </a:lvl1pPr>
            <a:lvl3pPr marL="914400" indent="0">
              <a:buNone/>
              <a:defRPr/>
            </a:lvl3pPr>
            <a:lvl4pPr marL="1371600" indent="0">
              <a:buNone/>
              <a:defRPr/>
            </a:lvl4pPr>
            <a:lvl5pPr marL="1828800" indent="0">
              <a:buNone/>
              <a:defRPr/>
            </a:lvl5pPr>
          </a:lstStyle>
          <a:p>
            <a:pPr lvl="0"/>
            <a:r>
              <a:rPr lang="en-US" dirty="0"/>
              <a:t>Click to Add Corresponding Author Email</a:t>
            </a:r>
            <a:endParaRPr lang="ar-SA" dirty="0"/>
          </a:p>
        </p:txBody>
      </p:sp>
      <p:sp>
        <p:nvSpPr>
          <p:cNvPr id="26" name="Content Placeholder 3">
            <a:extLst>
              <a:ext uri="{FF2B5EF4-FFF2-40B4-BE49-F238E27FC236}">
                <a16:creationId xmlns:a16="http://schemas.microsoft.com/office/drawing/2014/main" id="{87DA69C8-965A-45B9-B93F-2FE633DBF651}"/>
              </a:ext>
            </a:extLst>
          </p:cNvPr>
          <p:cNvSpPr>
            <a:spLocks noGrp="1"/>
          </p:cNvSpPr>
          <p:nvPr>
            <p:ph sz="quarter" idx="29" hasCustomPrompt="1"/>
          </p:nvPr>
        </p:nvSpPr>
        <p:spPr>
          <a:xfrm>
            <a:off x="2038350" y="4440378"/>
            <a:ext cx="20701000" cy="999534"/>
          </a:xfrm>
        </p:spPr>
        <p:txBody>
          <a:bodyPr anchor="ctr">
            <a:normAutofit/>
          </a:bodyPr>
          <a:lstStyle>
            <a:lvl1pPr marL="0" indent="0" algn="ctr">
              <a:buNone/>
              <a:defRPr sz="5400">
                <a:solidFill>
                  <a:schemeClr val="accent2"/>
                </a:solidFill>
                <a:latin typeface="Myriad Pro"/>
              </a:defRPr>
            </a:lvl1pPr>
            <a:lvl2pPr marL="1259997" indent="0">
              <a:buNone/>
              <a:defRPr/>
            </a:lvl2pPr>
            <a:lvl3pPr marL="2519995" indent="0">
              <a:buNone/>
              <a:defRPr/>
            </a:lvl3pPr>
            <a:lvl4pPr marL="3779992" indent="0">
              <a:buNone/>
              <a:defRPr/>
            </a:lvl4pPr>
            <a:lvl5pPr marL="5039990" indent="0">
              <a:buNone/>
              <a:defRPr/>
            </a:lvl5pPr>
          </a:lstStyle>
          <a:p>
            <a:pPr lvl="0"/>
            <a:r>
              <a:rPr lang="en-US" dirty="0"/>
              <a:t>Authors (1), Authors (2), Authors (3),.......................</a:t>
            </a:r>
          </a:p>
        </p:txBody>
      </p:sp>
    </p:spTree>
    <p:extLst>
      <p:ext uri="{BB962C8B-B14F-4D97-AF65-F5344CB8AC3E}">
        <p14:creationId xmlns:p14="http://schemas.microsoft.com/office/powerpoint/2010/main" val="802709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715219" y="16818948"/>
            <a:ext cx="20089586" cy="4763773"/>
          </a:xfrm>
          <a:prstGeom prst="rect">
            <a:avLst/>
          </a:prstGeom>
          <a:ln>
            <a:solidFill>
              <a:srgbClr val="202C55"/>
            </a:solidFill>
          </a:ln>
        </p:spPr>
        <p:txBody>
          <a:bodyPr lIns="540000" tIns="396000" anchor="t">
            <a:normAutofit/>
          </a:bodyPr>
          <a:lstStyle>
            <a:lvl1pPr algn="l">
              <a:defRPr sz="2800" b="0">
                <a:solidFill>
                  <a:srgbClr val="003D54"/>
                </a:solidFill>
                <a:latin typeface="Abadi" panose="020B0604020202020204" pitchFamily="34" charset="0"/>
              </a:defRPr>
            </a:lvl1pPr>
          </a:lstStyle>
          <a:p>
            <a:r>
              <a:rPr lang="en-US" dirty="0"/>
              <a:t>Click to edit Master title style</a:t>
            </a:r>
          </a:p>
        </p:txBody>
      </p:sp>
      <p:sp>
        <p:nvSpPr>
          <p:cNvPr id="3" name="Picture Placeholder 2"/>
          <p:cNvSpPr>
            <a:spLocks noGrp="1" noChangeAspect="1"/>
          </p:cNvSpPr>
          <p:nvPr>
            <p:ph type="pic" idx="1" hasCustomPrompt="1"/>
          </p:nvPr>
        </p:nvSpPr>
        <p:spPr>
          <a:xfrm>
            <a:off x="2682783" y="8669726"/>
            <a:ext cx="20122022" cy="6448229"/>
          </a:xfrm>
          <a:prstGeom prst="rect">
            <a:avLst/>
          </a:prstGeom>
          <a:ln w="38100">
            <a:solidFill>
              <a:srgbClr val="202C55"/>
            </a:solidFill>
          </a:ln>
          <a:effectLst>
            <a:innerShdw blurRad="57150" dist="38100" dir="14460000">
              <a:srgbClr val="000000">
                <a:alpha val="70000"/>
              </a:srgbClr>
            </a:innerShdw>
          </a:effectLst>
        </p:spPr>
        <p:txBody>
          <a:bodyPr lIns="539496" tIns="393192" anchor="t">
            <a:normAutofit/>
          </a:bodyPr>
          <a:lstStyle>
            <a:lvl1pPr marL="0" indent="0" algn="l">
              <a:buNone/>
              <a:defRPr sz="2800">
                <a:latin typeface="Abadi" panose="020B0604020202020204" pitchFamily="34" charset="0"/>
              </a:defRPr>
            </a:lvl1pPr>
            <a:lvl2pPr marL="240030" indent="0">
              <a:buNone/>
              <a:defRPr sz="840"/>
            </a:lvl2pPr>
            <a:lvl3pPr marL="480060" indent="0">
              <a:buNone/>
              <a:defRPr sz="840"/>
            </a:lvl3pPr>
            <a:lvl4pPr marL="720090" indent="0">
              <a:buNone/>
              <a:defRPr sz="840"/>
            </a:lvl4pPr>
            <a:lvl5pPr marL="960120" indent="0">
              <a:buNone/>
              <a:defRPr sz="840"/>
            </a:lvl5pPr>
            <a:lvl6pPr marL="1200150" indent="0">
              <a:buNone/>
              <a:defRPr sz="840"/>
            </a:lvl6pPr>
            <a:lvl7pPr marL="1440180" indent="0">
              <a:buNone/>
              <a:defRPr sz="840"/>
            </a:lvl7pPr>
            <a:lvl8pPr marL="1680210" indent="0">
              <a:buNone/>
              <a:defRPr sz="840"/>
            </a:lvl8pPr>
            <a:lvl9pPr marL="1920240" indent="0">
              <a:buNone/>
              <a:defRPr sz="840"/>
            </a:lvl9pPr>
          </a:lstStyle>
          <a:p>
            <a:r>
              <a:rPr lang="en-US" dirty="0"/>
              <a:t>Click to edit Master title style</a:t>
            </a:r>
          </a:p>
        </p:txBody>
      </p:sp>
      <p:sp>
        <p:nvSpPr>
          <p:cNvPr id="17" name="Text Placeholder 2"/>
          <p:cNvSpPr>
            <a:spLocks noGrp="1"/>
          </p:cNvSpPr>
          <p:nvPr>
            <p:ph type="body" idx="22" hasCustomPrompt="1"/>
          </p:nvPr>
        </p:nvSpPr>
        <p:spPr>
          <a:xfrm>
            <a:off x="2715219" y="7462960"/>
            <a:ext cx="20089586" cy="1206767"/>
          </a:xfrm>
          <a:prstGeom prst="rect">
            <a:avLst/>
          </a:prstGeom>
          <a:ln/>
        </p:spPr>
        <p:style>
          <a:lnRef idx="1">
            <a:schemeClr val="accent1"/>
          </a:lnRef>
          <a:fillRef idx="3">
            <a:schemeClr val="accent1"/>
          </a:fillRef>
          <a:effectRef idx="2">
            <a:schemeClr val="accent1"/>
          </a:effectRef>
          <a:fontRef idx="minor">
            <a:schemeClr val="lt1"/>
          </a:fontRef>
        </p:style>
        <p:txBody>
          <a:bodyPr lIns="0" tIns="0" anchor="ctr">
            <a:noAutofit/>
          </a:bodyPr>
          <a:lstStyle>
            <a:lvl1pPr marL="0" indent="0" algn="ctr">
              <a:buNone/>
              <a:defRPr sz="4400" b="0">
                <a:solidFill>
                  <a:schemeClr val="bg2"/>
                </a:solidFill>
                <a:latin typeface="Abadi" panose="020B0604020202020204" pitchFamily="34" charset="0"/>
                <a:ea typeface="Adobe Fan Heiti Std B" panose="020B0700000000000000" pitchFamily="34" charset="-128"/>
              </a:defRPr>
            </a:lvl1pPr>
            <a:lvl2pPr marL="240030" indent="0">
              <a:buNone/>
              <a:defRPr sz="1050" b="1"/>
            </a:lvl2pPr>
            <a:lvl3pPr marL="480060" indent="0">
              <a:buNone/>
              <a:defRPr sz="945" b="1"/>
            </a:lvl3pPr>
            <a:lvl4pPr marL="720090" indent="0">
              <a:buNone/>
              <a:defRPr sz="840" b="1"/>
            </a:lvl4pPr>
            <a:lvl5pPr marL="960120" indent="0">
              <a:buNone/>
              <a:defRPr sz="840" b="1"/>
            </a:lvl5pPr>
            <a:lvl6pPr marL="1200150" indent="0">
              <a:buNone/>
              <a:defRPr sz="840" b="1"/>
            </a:lvl6pPr>
            <a:lvl7pPr marL="1440180" indent="0">
              <a:buNone/>
              <a:defRPr sz="840" b="1"/>
            </a:lvl7pPr>
            <a:lvl8pPr marL="1680210" indent="0">
              <a:buNone/>
              <a:defRPr sz="840" b="1"/>
            </a:lvl8pPr>
            <a:lvl9pPr marL="1920240" indent="0">
              <a:buNone/>
              <a:defRPr sz="840" b="1"/>
            </a:lvl9pPr>
          </a:lstStyle>
          <a:p>
            <a:pPr lvl="0"/>
            <a:r>
              <a:rPr lang="en-US" dirty="0"/>
              <a:t>Click to ADD text</a:t>
            </a:r>
          </a:p>
        </p:txBody>
      </p:sp>
      <p:sp>
        <p:nvSpPr>
          <p:cNvPr id="18" name="Text Placeholder 2"/>
          <p:cNvSpPr>
            <a:spLocks noGrp="1"/>
          </p:cNvSpPr>
          <p:nvPr>
            <p:ph type="body" idx="23" hasCustomPrompt="1"/>
          </p:nvPr>
        </p:nvSpPr>
        <p:spPr>
          <a:xfrm>
            <a:off x="2715219" y="15621204"/>
            <a:ext cx="20089586" cy="1206767"/>
          </a:xfrm>
          <a:prstGeom prst="rect">
            <a:avLst/>
          </a:prstGeom>
          <a:ln/>
        </p:spPr>
        <p:style>
          <a:lnRef idx="1">
            <a:schemeClr val="accent1"/>
          </a:lnRef>
          <a:fillRef idx="3">
            <a:schemeClr val="accent1"/>
          </a:fillRef>
          <a:effectRef idx="2">
            <a:schemeClr val="accent1"/>
          </a:effectRef>
          <a:fontRef idx="minor">
            <a:schemeClr val="lt1"/>
          </a:fontRef>
        </p:style>
        <p:txBody>
          <a:bodyPr lIns="0" tIns="0" anchor="ctr">
            <a:noAutofit/>
          </a:bodyPr>
          <a:lstStyle>
            <a:lvl1pPr marL="0" indent="0" algn="ctr">
              <a:buNone/>
              <a:defRPr sz="4400" b="0" baseline="0">
                <a:solidFill>
                  <a:schemeClr val="bg2"/>
                </a:solidFill>
                <a:latin typeface="Abadi" panose="020B0604020202020204" pitchFamily="34" charset="0"/>
                <a:ea typeface="Adobe Fan Heiti Std B" panose="020B0700000000000000" pitchFamily="34" charset="-128"/>
              </a:defRPr>
            </a:lvl1pPr>
            <a:lvl2pPr marL="240030" indent="0">
              <a:buNone/>
              <a:defRPr sz="1050" b="1"/>
            </a:lvl2pPr>
            <a:lvl3pPr marL="480060" indent="0">
              <a:buNone/>
              <a:defRPr sz="945" b="1"/>
            </a:lvl3pPr>
            <a:lvl4pPr marL="720090" indent="0">
              <a:buNone/>
              <a:defRPr sz="840" b="1"/>
            </a:lvl4pPr>
            <a:lvl5pPr marL="960120" indent="0">
              <a:buNone/>
              <a:defRPr sz="840" b="1"/>
            </a:lvl5pPr>
            <a:lvl6pPr marL="1200150" indent="0">
              <a:buNone/>
              <a:defRPr sz="840" b="1"/>
            </a:lvl6pPr>
            <a:lvl7pPr marL="1440180" indent="0">
              <a:buNone/>
              <a:defRPr sz="840" b="1"/>
            </a:lvl7pPr>
            <a:lvl8pPr marL="1680210" indent="0">
              <a:buNone/>
              <a:defRPr sz="840" b="1"/>
            </a:lvl8pPr>
            <a:lvl9pPr marL="1920240" indent="0">
              <a:buNone/>
              <a:defRPr sz="840" b="1"/>
            </a:lvl9pPr>
          </a:lstStyle>
          <a:p>
            <a:pPr lvl="0"/>
            <a:r>
              <a:rPr lang="en-US" dirty="0"/>
              <a:t>Click  ADD text</a:t>
            </a:r>
          </a:p>
        </p:txBody>
      </p:sp>
      <p:sp>
        <p:nvSpPr>
          <p:cNvPr id="19" name="Title 1"/>
          <p:cNvSpPr txBox="1">
            <a:spLocks/>
          </p:cNvSpPr>
          <p:nvPr userDrawn="1"/>
        </p:nvSpPr>
        <p:spPr>
          <a:xfrm>
            <a:off x="2529792" y="23374825"/>
            <a:ext cx="20089586" cy="4763773"/>
          </a:xfrm>
          <a:prstGeom prst="rect">
            <a:avLst/>
          </a:prstGeom>
          <a:ln>
            <a:solidFill>
              <a:srgbClr val="202C55"/>
            </a:solidFill>
          </a:ln>
        </p:spPr>
        <p:txBody>
          <a:bodyPr vert="horz" lIns="540000" tIns="396000" rIns="91440" bIns="45720" rtlCol="0" anchor="t">
            <a:normAutofit/>
          </a:bodyPr>
          <a:lstStyle>
            <a:lvl1pPr algn="l" defTabSz="240030" rtl="1" eaLnBrk="1" latinLnBrk="0" hangingPunct="1">
              <a:spcBef>
                <a:spcPct val="0"/>
              </a:spcBef>
              <a:buNone/>
              <a:defRPr sz="4400" b="0" kern="1200" cap="all">
                <a:ln w="3175" cmpd="sng">
                  <a:noFill/>
                </a:ln>
                <a:solidFill>
                  <a:srgbClr val="003D54"/>
                </a:soli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a:lstStyle>
          <a:p>
            <a:r>
              <a:rPr lang="en-US" sz="2800" cap="none" dirty="0">
                <a:latin typeface="Abadi" panose="020B0604020202020204" pitchFamily="34" charset="0"/>
              </a:rPr>
              <a:t>Click To Edit Master Title Style</a:t>
            </a:r>
          </a:p>
        </p:txBody>
      </p:sp>
      <p:sp>
        <p:nvSpPr>
          <p:cNvPr id="20" name="Text Placeholder 2"/>
          <p:cNvSpPr>
            <a:spLocks noGrp="1"/>
          </p:cNvSpPr>
          <p:nvPr>
            <p:ph type="body" idx="24" hasCustomPrompt="1"/>
          </p:nvPr>
        </p:nvSpPr>
        <p:spPr>
          <a:xfrm>
            <a:off x="2529792" y="22177081"/>
            <a:ext cx="20089586" cy="1206767"/>
          </a:xfrm>
          <a:prstGeom prst="rect">
            <a:avLst/>
          </a:prstGeom>
          <a:ln/>
        </p:spPr>
        <p:style>
          <a:lnRef idx="1">
            <a:schemeClr val="accent1"/>
          </a:lnRef>
          <a:fillRef idx="3">
            <a:schemeClr val="accent1"/>
          </a:fillRef>
          <a:effectRef idx="2">
            <a:schemeClr val="accent1"/>
          </a:effectRef>
          <a:fontRef idx="minor">
            <a:schemeClr val="lt1"/>
          </a:fontRef>
        </p:style>
        <p:txBody>
          <a:bodyPr lIns="0" tIns="0" anchor="ctr">
            <a:noAutofit/>
          </a:bodyPr>
          <a:lstStyle>
            <a:lvl1pPr marL="0" indent="0" algn="ctr">
              <a:buNone/>
              <a:defRPr sz="4400" b="0" baseline="0">
                <a:solidFill>
                  <a:schemeClr val="bg2"/>
                </a:solidFill>
                <a:latin typeface="Abadi" panose="020B0604020202020204" pitchFamily="34" charset="0"/>
                <a:ea typeface="Adobe Fan Heiti Std B" panose="020B0700000000000000" pitchFamily="34" charset="-128"/>
              </a:defRPr>
            </a:lvl1pPr>
            <a:lvl2pPr marL="240030" indent="0">
              <a:buNone/>
              <a:defRPr sz="1050" b="1"/>
            </a:lvl2pPr>
            <a:lvl3pPr marL="480060" indent="0">
              <a:buNone/>
              <a:defRPr sz="945" b="1"/>
            </a:lvl3pPr>
            <a:lvl4pPr marL="720090" indent="0">
              <a:buNone/>
              <a:defRPr sz="840" b="1"/>
            </a:lvl4pPr>
            <a:lvl5pPr marL="960120" indent="0">
              <a:buNone/>
              <a:defRPr sz="840" b="1"/>
            </a:lvl5pPr>
            <a:lvl6pPr marL="1200150" indent="0">
              <a:buNone/>
              <a:defRPr sz="840" b="1"/>
            </a:lvl6pPr>
            <a:lvl7pPr marL="1440180" indent="0">
              <a:buNone/>
              <a:defRPr sz="840" b="1"/>
            </a:lvl7pPr>
            <a:lvl8pPr marL="1680210" indent="0">
              <a:buNone/>
              <a:defRPr sz="840" b="1"/>
            </a:lvl8pPr>
            <a:lvl9pPr marL="1920240" indent="0">
              <a:buNone/>
              <a:defRPr sz="840" b="1"/>
            </a:lvl9pPr>
          </a:lstStyle>
          <a:p>
            <a:pPr lvl="0"/>
            <a:r>
              <a:rPr lang="en-US" dirty="0"/>
              <a:t>Click  ADD text</a:t>
            </a:r>
          </a:p>
        </p:txBody>
      </p:sp>
      <p:sp>
        <p:nvSpPr>
          <p:cNvPr id="12" name="Text Placeholder 8">
            <a:extLst>
              <a:ext uri="{FF2B5EF4-FFF2-40B4-BE49-F238E27FC236}">
                <a16:creationId xmlns:a16="http://schemas.microsoft.com/office/drawing/2014/main" id="{CD9BFD84-5E8B-445C-B91F-D8BE79DCDE19}"/>
              </a:ext>
            </a:extLst>
          </p:cNvPr>
          <p:cNvSpPr>
            <a:spLocks noGrp="1"/>
          </p:cNvSpPr>
          <p:nvPr>
            <p:ph type="body" sz="quarter" idx="17" hasCustomPrompt="1"/>
          </p:nvPr>
        </p:nvSpPr>
        <p:spPr>
          <a:xfrm>
            <a:off x="2038532" y="5440677"/>
            <a:ext cx="20700890" cy="815340"/>
          </a:xfrm>
          <a:prstGeom prst="rect">
            <a:avLst/>
          </a:prstGeom>
        </p:spPr>
        <p:txBody>
          <a:bodyPr anchor="ctr">
            <a:normAutofit/>
          </a:bodyPr>
          <a:lstStyle>
            <a:lvl1pPr marL="0" indent="0" algn="ctr">
              <a:buNone/>
              <a:defRPr sz="4400" b="0" baseline="0">
                <a:solidFill>
                  <a:srgbClr val="97111B"/>
                </a:solidFill>
                <a:effectLst>
                  <a:glow rad="38100">
                    <a:schemeClr val="bg1">
                      <a:lumMod val="50000"/>
                      <a:lumOff val="50000"/>
                      <a:alpha val="20000"/>
                    </a:schemeClr>
                  </a:glow>
                </a:effectLst>
                <a:latin typeface="Myriad Pro"/>
                <a:ea typeface="Adobe Fan Heiti Std B" panose="020B0700000000000000" pitchFamily="34" charset="-128"/>
              </a:defRPr>
            </a:lvl1pPr>
            <a:lvl3pPr marL="914400" indent="0">
              <a:buNone/>
              <a:defRPr/>
            </a:lvl3pPr>
            <a:lvl4pPr marL="1371600" indent="0">
              <a:buNone/>
              <a:defRPr/>
            </a:lvl4pPr>
            <a:lvl5pPr marL="1828800" indent="0">
              <a:buNone/>
              <a:defRPr/>
            </a:lvl5pPr>
          </a:lstStyle>
          <a:p>
            <a:pPr lvl="0"/>
            <a:r>
              <a:rPr lang="en-US" dirty="0"/>
              <a:t>Click to Add Author Affiliation</a:t>
            </a:r>
            <a:endParaRPr lang="ar-SA" dirty="0"/>
          </a:p>
        </p:txBody>
      </p:sp>
      <p:sp>
        <p:nvSpPr>
          <p:cNvPr id="13" name="Text Placeholder 8">
            <a:extLst>
              <a:ext uri="{FF2B5EF4-FFF2-40B4-BE49-F238E27FC236}">
                <a16:creationId xmlns:a16="http://schemas.microsoft.com/office/drawing/2014/main" id="{F6122282-3861-4B82-A75C-691865745D24}"/>
              </a:ext>
            </a:extLst>
          </p:cNvPr>
          <p:cNvSpPr>
            <a:spLocks noGrp="1"/>
          </p:cNvSpPr>
          <p:nvPr>
            <p:ph type="body" sz="quarter" idx="19" hasCustomPrompt="1"/>
          </p:nvPr>
        </p:nvSpPr>
        <p:spPr>
          <a:xfrm>
            <a:off x="2038532" y="2871061"/>
            <a:ext cx="20700890" cy="1560477"/>
          </a:xfrm>
          <a:prstGeom prst="rect">
            <a:avLst/>
          </a:prstGeom>
        </p:spPr>
        <p:txBody>
          <a:bodyPr anchor="ctr">
            <a:noAutofit/>
          </a:bodyPr>
          <a:lstStyle>
            <a:lvl1pPr marL="0" indent="0" algn="ctr">
              <a:buNone/>
              <a:defRPr sz="9600" baseline="0">
                <a:solidFill>
                  <a:srgbClr val="97111B"/>
                </a:solidFill>
                <a:latin typeface="Myriad Pro"/>
                <a:ea typeface="Adobe Fan Heiti Std B" panose="020B0700000000000000" pitchFamily="34" charset="-128"/>
              </a:defRPr>
            </a:lvl1pPr>
            <a:lvl3pPr marL="914400" indent="0">
              <a:buNone/>
              <a:defRPr/>
            </a:lvl3pPr>
            <a:lvl4pPr marL="1371600" indent="0">
              <a:buNone/>
              <a:defRPr/>
            </a:lvl4pPr>
            <a:lvl5pPr marL="1828800" indent="0">
              <a:buNone/>
              <a:defRPr/>
            </a:lvl5pPr>
          </a:lstStyle>
          <a:p>
            <a:pPr lvl="0"/>
            <a:r>
              <a:rPr lang="en-US" dirty="0"/>
              <a:t>Click to Add TITLE</a:t>
            </a:r>
            <a:endParaRPr lang="ar-SA" dirty="0"/>
          </a:p>
        </p:txBody>
      </p:sp>
      <p:sp>
        <p:nvSpPr>
          <p:cNvPr id="14" name="Text Placeholder 8">
            <a:extLst>
              <a:ext uri="{FF2B5EF4-FFF2-40B4-BE49-F238E27FC236}">
                <a16:creationId xmlns:a16="http://schemas.microsoft.com/office/drawing/2014/main" id="{0CBF3788-C33C-4F8E-9914-7CC03A88A5B8}"/>
              </a:ext>
            </a:extLst>
          </p:cNvPr>
          <p:cNvSpPr>
            <a:spLocks noGrp="1"/>
          </p:cNvSpPr>
          <p:nvPr>
            <p:ph type="body" sz="quarter" idx="25" hasCustomPrompt="1"/>
          </p:nvPr>
        </p:nvSpPr>
        <p:spPr>
          <a:xfrm>
            <a:off x="2038532" y="6359254"/>
            <a:ext cx="20700890" cy="940880"/>
          </a:xfrm>
          <a:prstGeom prst="rect">
            <a:avLst/>
          </a:prstGeom>
        </p:spPr>
        <p:txBody>
          <a:bodyPr anchor="ctr">
            <a:normAutofit/>
          </a:bodyPr>
          <a:lstStyle>
            <a:lvl1pPr marL="0" indent="0" algn="ctr">
              <a:buNone/>
              <a:defRPr sz="3600" b="0" baseline="0">
                <a:solidFill>
                  <a:srgbClr val="97111B"/>
                </a:solidFill>
                <a:effectLst>
                  <a:glow rad="38100">
                    <a:schemeClr val="bg1">
                      <a:lumMod val="50000"/>
                      <a:lumOff val="50000"/>
                      <a:alpha val="20000"/>
                    </a:schemeClr>
                  </a:glow>
                </a:effectLst>
                <a:latin typeface="Myriad Pro"/>
                <a:ea typeface="Adobe Fan Heiti Std B" panose="020B0700000000000000" pitchFamily="34" charset="-128"/>
              </a:defRPr>
            </a:lvl1pPr>
            <a:lvl3pPr marL="914400" indent="0">
              <a:buNone/>
              <a:defRPr/>
            </a:lvl3pPr>
            <a:lvl4pPr marL="1371600" indent="0">
              <a:buNone/>
              <a:defRPr/>
            </a:lvl4pPr>
            <a:lvl5pPr marL="1828800" indent="0">
              <a:buNone/>
              <a:defRPr/>
            </a:lvl5pPr>
          </a:lstStyle>
          <a:p>
            <a:pPr lvl="0"/>
            <a:r>
              <a:rPr lang="en-US" dirty="0"/>
              <a:t>Click to Add Corresponding Author Email</a:t>
            </a:r>
            <a:endParaRPr lang="ar-SA" dirty="0"/>
          </a:p>
        </p:txBody>
      </p:sp>
      <p:sp>
        <p:nvSpPr>
          <p:cNvPr id="23" name="Content Placeholder 3">
            <a:extLst>
              <a:ext uri="{FF2B5EF4-FFF2-40B4-BE49-F238E27FC236}">
                <a16:creationId xmlns:a16="http://schemas.microsoft.com/office/drawing/2014/main" id="{0FB01A90-03F1-4008-91C3-B5A4A2E53C7F}"/>
              </a:ext>
            </a:extLst>
          </p:cNvPr>
          <p:cNvSpPr>
            <a:spLocks noGrp="1"/>
          </p:cNvSpPr>
          <p:nvPr>
            <p:ph sz="quarter" idx="27" hasCustomPrompt="1"/>
          </p:nvPr>
        </p:nvSpPr>
        <p:spPr>
          <a:xfrm>
            <a:off x="2038350" y="4440378"/>
            <a:ext cx="20701000" cy="999534"/>
          </a:xfrm>
        </p:spPr>
        <p:txBody>
          <a:bodyPr anchor="ctr">
            <a:normAutofit/>
          </a:bodyPr>
          <a:lstStyle>
            <a:lvl1pPr marL="0" indent="0" algn="ctr">
              <a:buNone/>
              <a:defRPr sz="5400">
                <a:solidFill>
                  <a:schemeClr val="accent2"/>
                </a:solidFill>
                <a:latin typeface="Myriad Pro"/>
              </a:defRPr>
            </a:lvl1pPr>
            <a:lvl2pPr marL="1259997" indent="0">
              <a:buNone/>
              <a:defRPr/>
            </a:lvl2pPr>
            <a:lvl3pPr marL="2519995" indent="0">
              <a:buNone/>
              <a:defRPr/>
            </a:lvl3pPr>
            <a:lvl4pPr marL="3779992" indent="0">
              <a:buNone/>
              <a:defRPr/>
            </a:lvl4pPr>
            <a:lvl5pPr marL="5039990" indent="0">
              <a:buNone/>
              <a:defRPr/>
            </a:lvl5pPr>
          </a:lstStyle>
          <a:p>
            <a:pPr lvl="0"/>
            <a:r>
              <a:rPr lang="en-US" dirty="0"/>
              <a:t>Authors (1), Authors (2), Authors (3),.......................</a:t>
            </a:r>
          </a:p>
        </p:txBody>
      </p:sp>
    </p:spTree>
    <p:extLst>
      <p:ext uri="{BB962C8B-B14F-4D97-AF65-F5344CB8AC3E}">
        <p14:creationId xmlns:p14="http://schemas.microsoft.com/office/powerpoint/2010/main" val="11848894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32499" y="1916661"/>
            <a:ext cx="21734978" cy="695828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732499" y="9583264"/>
            <a:ext cx="21734978" cy="2284150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732498" y="33366432"/>
            <a:ext cx="5669994" cy="1916653"/>
          </a:xfrm>
          <a:prstGeom prst="rect">
            <a:avLst/>
          </a:prstGeom>
        </p:spPr>
        <p:txBody>
          <a:bodyPr vert="horz" lIns="91440" tIns="45720" rIns="91440" bIns="45720" rtlCol="0" anchor="ctr"/>
          <a:lstStyle>
            <a:lvl1pPr algn="l">
              <a:defRPr sz="3307">
                <a:solidFill>
                  <a:schemeClr val="tx1">
                    <a:tint val="75000"/>
                  </a:schemeClr>
                </a:solidFill>
              </a:defRPr>
            </a:lvl1pPr>
          </a:lstStyle>
          <a:p>
            <a:fld id="{7C9124CB-36B3-1C48-A039-02AD88002C5B}" type="datetimeFigureOut">
              <a:rPr lang="en-US" smtClean="0"/>
              <a:t>22/9/2026</a:t>
            </a:fld>
            <a:endParaRPr lang="en-US"/>
          </a:p>
        </p:txBody>
      </p:sp>
      <p:sp>
        <p:nvSpPr>
          <p:cNvPr id="5" name="Footer Placeholder 4"/>
          <p:cNvSpPr>
            <a:spLocks noGrp="1"/>
          </p:cNvSpPr>
          <p:nvPr>
            <p:ph type="ftr" sz="quarter" idx="3"/>
          </p:nvPr>
        </p:nvSpPr>
        <p:spPr>
          <a:xfrm>
            <a:off x="8347492" y="33366432"/>
            <a:ext cx="8504992" cy="1916653"/>
          </a:xfrm>
          <a:prstGeom prst="rect">
            <a:avLst/>
          </a:prstGeom>
        </p:spPr>
        <p:txBody>
          <a:bodyPr vert="horz" lIns="91440" tIns="45720" rIns="91440" bIns="45720" rtlCol="0" anchor="ctr"/>
          <a:lstStyle>
            <a:lvl1pPr algn="ctr">
              <a:defRPr sz="3307">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7797483" y="33366432"/>
            <a:ext cx="5669994" cy="1916653"/>
          </a:xfrm>
          <a:prstGeom prst="rect">
            <a:avLst/>
          </a:prstGeom>
        </p:spPr>
        <p:txBody>
          <a:bodyPr vert="horz" lIns="91440" tIns="45720" rIns="91440" bIns="45720" rtlCol="0" anchor="ctr"/>
          <a:lstStyle>
            <a:lvl1pPr algn="r">
              <a:defRPr sz="3307">
                <a:solidFill>
                  <a:schemeClr val="tx1">
                    <a:tint val="75000"/>
                  </a:schemeClr>
                </a:solidFill>
              </a:defRPr>
            </a:lvl1pPr>
          </a:lstStyle>
          <a:p>
            <a:fld id="{A6BE405D-9B34-8444-A4C8-1B6B06EF0CDE}" type="slidenum">
              <a:rPr lang="en-US" smtClean="0"/>
              <a:t>‹#›</a:t>
            </a:fld>
            <a:endParaRPr lang="en-US"/>
          </a:p>
        </p:txBody>
      </p:sp>
      <p:pic>
        <p:nvPicPr>
          <p:cNvPr id="12" name="Picture 11">
            <a:extLst>
              <a:ext uri="{FF2B5EF4-FFF2-40B4-BE49-F238E27FC236}">
                <a16:creationId xmlns:a16="http://schemas.microsoft.com/office/drawing/2014/main" id="{0B23DE3C-191B-4C81-A608-E3582024E672}"/>
              </a:ext>
            </a:extLst>
          </p:cNvPr>
          <p:cNvPicPr>
            <a:picLocks noChangeAspect="1"/>
          </p:cNvPicPr>
          <p:nvPr userDrawn="1"/>
        </p:nvPicPr>
        <p:blipFill>
          <a:blip r:embed="rId10"/>
          <a:stretch>
            <a:fillRect/>
          </a:stretch>
        </p:blipFill>
        <p:spPr>
          <a:xfrm>
            <a:off x="7227337" y="559098"/>
            <a:ext cx="10745300" cy="2149060"/>
          </a:xfrm>
          <a:prstGeom prst="rect">
            <a:avLst/>
          </a:prstGeom>
        </p:spPr>
      </p:pic>
    </p:spTree>
    <p:extLst>
      <p:ext uri="{BB962C8B-B14F-4D97-AF65-F5344CB8AC3E}">
        <p14:creationId xmlns:p14="http://schemas.microsoft.com/office/powerpoint/2010/main" val="2142836425"/>
      </p:ext>
    </p:extLst>
  </p:cSld>
  <p:clrMap bg1="lt1" tx1="dk1" bg2="lt2" tx2="dk2" accent1="accent1" accent2="accent2" accent3="accent3" accent4="accent4" accent5="accent5" accent6="accent6" hlink="hlink" folHlink="folHlink"/>
  <p:sldLayoutIdLst>
    <p:sldLayoutId id="2147483661" r:id="rId1"/>
    <p:sldLayoutId id="2147483672" r:id="rId2"/>
    <p:sldLayoutId id="2147483673" r:id="rId3"/>
    <p:sldLayoutId id="2147483674" r:id="rId4"/>
    <p:sldLayoutId id="2147483675" r:id="rId5"/>
    <p:sldLayoutId id="2147483676" r:id="rId6"/>
    <p:sldLayoutId id="2147483677" r:id="rId7"/>
  </p:sldLayoutIdLst>
  <p:txStyles>
    <p:titleStyle>
      <a:lvl1pPr algn="l" defTabSz="2519995" rtl="0" eaLnBrk="1" latinLnBrk="0" hangingPunct="1">
        <a:lnSpc>
          <a:spcPct val="90000"/>
        </a:lnSpc>
        <a:spcBef>
          <a:spcPct val="0"/>
        </a:spcBef>
        <a:buNone/>
        <a:defRPr sz="12126" kern="1200">
          <a:solidFill>
            <a:schemeClr val="tx1"/>
          </a:solidFill>
          <a:latin typeface="+mj-lt"/>
          <a:ea typeface="+mj-ea"/>
          <a:cs typeface="+mj-cs"/>
        </a:defRPr>
      </a:lvl1pPr>
    </p:titleStyle>
    <p:bodyStyle>
      <a:lvl1pPr marL="629999" indent="-629999" algn="l" defTabSz="2519995" rtl="0" eaLnBrk="1" latinLnBrk="0" hangingPunct="1">
        <a:lnSpc>
          <a:spcPct val="90000"/>
        </a:lnSpc>
        <a:spcBef>
          <a:spcPts val="2756"/>
        </a:spcBef>
        <a:buFont typeface="Arial" panose="020B0604020202020204" pitchFamily="34" charset="0"/>
        <a:buChar char="•"/>
        <a:defRPr sz="7717" kern="1200">
          <a:solidFill>
            <a:schemeClr val="tx1"/>
          </a:solidFill>
          <a:latin typeface="+mn-lt"/>
          <a:ea typeface="+mn-ea"/>
          <a:cs typeface="+mn-cs"/>
        </a:defRPr>
      </a:lvl1pPr>
      <a:lvl2pPr marL="1889996" indent="-629999" algn="l" defTabSz="2519995" rtl="0" eaLnBrk="1" latinLnBrk="0" hangingPunct="1">
        <a:lnSpc>
          <a:spcPct val="90000"/>
        </a:lnSpc>
        <a:spcBef>
          <a:spcPts val="1378"/>
        </a:spcBef>
        <a:buFont typeface="Arial" panose="020B0604020202020204" pitchFamily="34" charset="0"/>
        <a:buChar char="•"/>
        <a:defRPr sz="6614" kern="1200">
          <a:solidFill>
            <a:schemeClr val="tx1"/>
          </a:solidFill>
          <a:latin typeface="+mn-lt"/>
          <a:ea typeface="+mn-ea"/>
          <a:cs typeface="+mn-cs"/>
        </a:defRPr>
      </a:lvl2pPr>
      <a:lvl3pPr marL="3149994" indent="-629999" algn="l" defTabSz="2519995" rtl="0" eaLnBrk="1" latinLnBrk="0" hangingPunct="1">
        <a:lnSpc>
          <a:spcPct val="90000"/>
        </a:lnSpc>
        <a:spcBef>
          <a:spcPts val="1378"/>
        </a:spcBef>
        <a:buFont typeface="Arial" panose="020B0604020202020204" pitchFamily="34" charset="0"/>
        <a:buChar char="•"/>
        <a:defRPr sz="5512" kern="1200">
          <a:solidFill>
            <a:schemeClr val="tx1"/>
          </a:solidFill>
          <a:latin typeface="+mn-lt"/>
          <a:ea typeface="+mn-ea"/>
          <a:cs typeface="+mn-cs"/>
        </a:defRPr>
      </a:lvl3pPr>
      <a:lvl4pPr marL="4409991"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4pPr>
      <a:lvl5pPr marL="5669989"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5pPr>
      <a:lvl6pPr marL="6929986"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6pPr>
      <a:lvl7pPr marL="8189984"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7pPr>
      <a:lvl8pPr marL="9449981"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8pPr>
      <a:lvl9pPr marL="10709979"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9pPr>
    </p:bodyStyle>
    <p:otherStyle>
      <a:defPPr>
        <a:defRPr lang="en-US"/>
      </a:defPPr>
      <a:lvl1pPr marL="0" algn="l" defTabSz="2519995" rtl="0" eaLnBrk="1" latinLnBrk="0" hangingPunct="1">
        <a:defRPr sz="4961" kern="1200">
          <a:solidFill>
            <a:schemeClr val="tx1"/>
          </a:solidFill>
          <a:latin typeface="+mn-lt"/>
          <a:ea typeface="+mn-ea"/>
          <a:cs typeface="+mn-cs"/>
        </a:defRPr>
      </a:lvl1pPr>
      <a:lvl2pPr marL="1259997" algn="l" defTabSz="2519995" rtl="0" eaLnBrk="1" latinLnBrk="0" hangingPunct="1">
        <a:defRPr sz="4961" kern="1200">
          <a:solidFill>
            <a:schemeClr val="tx1"/>
          </a:solidFill>
          <a:latin typeface="+mn-lt"/>
          <a:ea typeface="+mn-ea"/>
          <a:cs typeface="+mn-cs"/>
        </a:defRPr>
      </a:lvl2pPr>
      <a:lvl3pPr marL="2519995" algn="l" defTabSz="2519995" rtl="0" eaLnBrk="1" latinLnBrk="0" hangingPunct="1">
        <a:defRPr sz="4961" kern="1200">
          <a:solidFill>
            <a:schemeClr val="tx1"/>
          </a:solidFill>
          <a:latin typeface="+mn-lt"/>
          <a:ea typeface="+mn-ea"/>
          <a:cs typeface="+mn-cs"/>
        </a:defRPr>
      </a:lvl3pPr>
      <a:lvl4pPr marL="3779992" algn="l" defTabSz="2519995" rtl="0" eaLnBrk="1" latinLnBrk="0" hangingPunct="1">
        <a:defRPr sz="4961" kern="1200">
          <a:solidFill>
            <a:schemeClr val="tx1"/>
          </a:solidFill>
          <a:latin typeface="+mn-lt"/>
          <a:ea typeface="+mn-ea"/>
          <a:cs typeface="+mn-cs"/>
        </a:defRPr>
      </a:lvl4pPr>
      <a:lvl5pPr marL="5039990" algn="l" defTabSz="2519995" rtl="0" eaLnBrk="1" latinLnBrk="0" hangingPunct="1">
        <a:defRPr sz="4961" kern="1200">
          <a:solidFill>
            <a:schemeClr val="tx1"/>
          </a:solidFill>
          <a:latin typeface="+mn-lt"/>
          <a:ea typeface="+mn-ea"/>
          <a:cs typeface="+mn-cs"/>
        </a:defRPr>
      </a:lvl5pPr>
      <a:lvl6pPr marL="6299987" algn="l" defTabSz="2519995" rtl="0" eaLnBrk="1" latinLnBrk="0" hangingPunct="1">
        <a:defRPr sz="4961" kern="1200">
          <a:solidFill>
            <a:schemeClr val="tx1"/>
          </a:solidFill>
          <a:latin typeface="+mn-lt"/>
          <a:ea typeface="+mn-ea"/>
          <a:cs typeface="+mn-cs"/>
        </a:defRPr>
      </a:lvl6pPr>
      <a:lvl7pPr marL="7559985" algn="l" defTabSz="2519995" rtl="0" eaLnBrk="1" latinLnBrk="0" hangingPunct="1">
        <a:defRPr sz="4961" kern="1200">
          <a:solidFill>
            <a:schemeClr val="tx1"/>
          </a:solidFill>
          <a:latin typeface="+mn-lt"/>
          <a:ea typeface="+mn-ea"/>
          <a:cs typeface="+mn-cs"/>
        </a:defRPr>
      </a:lvl7pPr>
      <a:lvl8pPr marL="8819982" algn="l" defTabSz="2519995" rtl="0" eaLnBrk="1" latinLnBrk="0" hangingPunct="1">
        <a:defRPr sz="4961" kern="1200">
          <a:solidFill>
            <a:schemeClr val="tx1"/>
          </a:solidFill>
          <a:latin typeface="+mn-lt"/>
          <a:ea typeface="+mn-ea"/>
          <a:cs typeface="+mn-cs"/>
        </a:defRPr>
      </a:lvl8pPr>
      <a:lvl9pPr marL="10079980" algn="l" defTabSz="2519995" rtl="0" eaLnBrk="1" latinLnBrk="0" hangingPunct="1">
        <a:defRPr sz="496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F5D4ABB-A835-40F4-986F-4634DBA70319}"/>
              </a:ext>
            </a:extLst>
          </p:cNvPr>
          <p:cNvSpPr>
            <a:spLocks noGrp="1"/>
          </p:cNvSpPr>
          <p:nvPr>
            <p:ph type="body" sz="quarter" idx="17"/>
          </p:nvPr>
        </p:nvSpPr>
        <p:spPr>
          <a:xfrm>
            <a:off x="2038441" y="5440677"/>
            <a:ext cx="20700890" cy="815340"/>
          </a:xfrm>
        </p:spPr>
        <p:txBody>
          <a:bodyPr/>
          <a:lstStyle/>
          <a:p>
            <a:r>
              <a:rPr sz="3000" dirty="0"/>
              <a:t>Department of Software Engineering, College of Engineering, University of Business &amp; Technology</a:t>
            </a:r>
            <a:endParaRPr lang="en-US" dirty="0"/>
          </a:p>
        </p:txBody>
      </p:sp>
      <p:sp>
        <p:nvSpPr>
          <p:cNvPr id="5" name="Text Placeholder 4">
            <a:extLst>
              <a:ext uri="{FF2B5EF4-FFF2-40B4-BE49-F238E27FC236}">
                <a16:creationId xmlns:a16="http://schemas.microsoft.com/office/drawing/2014/main" id="{668A92CF-BD1F-48F9-A2A5-D5C79BAC1CCD}"/>
              </a:ext>
            </a:extLst>
          </p:cNvPr>
          <p:cNvSpPr>
            <a:spLocks noGrp="1"/>
          </p:cNvSpPr>
          <p:nvPr>
            <p:ph type="body" sz="quarter" idx="19"/>
          </p:nvPr>
        </p:nvSpPr>
        <p:spPr>
          <a:xfrm>
            <a:off x="2038441" y="2871061"/>
            <a:ext cx="20700890" cy="1560477"/>
          </a:xfrm>
        </p:spPr>
        <p:txBody>
          <a:bodyPr/>
          <a:lstStyle/>
          <a:p>
            <a:r>
              <a:rPr sz="6000" dirty="0" err="1"/>
              <a:t>NeuroPix</a:t>
            </a:r>
            <a:r>
              <a:rPr sz="6000" dirty="0"/>
              <a:t>: AI-Enhanced Image Processing and Management Web Application</a:t>
            </a:r>
            <a:endParaRPr lang="en-US" dirty="0"/>
          </a:p>
        </p:txBody>
      </p:sp>
      <p:sp>
        <p:nvSpPr>
          <p:cNvPr id="6" name="Text Placeholder 5">
            <a:extLst>
              <a:ext uri="{FF2B5EF4-FFF2-40B4-BE49-F238E27FC236}">
                <a16:creationId xmlns:a16="http://schemas.microsoft.com/office/drawing/2014/main" id="{A9F4CA90-9765-4EAE-9F96-53E1E0964F45}"/>
              </a:ext>
            </a:extLst>
          </p:cNvPr>
          <p:cNvSpPr>
            <a:spLocks noGrp="1"/>
          </p:cNvSpPr>
          <p:nvPr>
            <p:ph type="body" sz="quarter" idx="23"/>
          </p:nvPr>
        </p:nvSpPr>
        <p:spPr>
          <a:xfrm>
            <a:off x="2038441" y="6226296"/>
            <a:ext cx="20700890" cy="1254702"/>
          </a:xfrm>
        </p:spPr>
        <p:txBody>
          <a:bodyPr>
            <a:normAutofit lnSpcReduction="10000"/>
          </a:bodyPr>
          <a:lstStyle/>
          <a:p>
            <a:pPr algn="ctr">
              <a:lnSpc>
                <a:spcPct val="150000"/>
              </a:lnSpc>
              <a:spcBef>
                <a:spcPts val="0"/>
              </a:spcBef>
              <a:spcAft>
                <a:spcPts val="0"/>
              </a:spcAft>
            </a:pPr>
            <a:r>
              <a:rPr sz="2800" b="0" dirty="0">
                <a:solidFill>
                  <a:srgbClr val="97111B"/>
                </a:solidFill>
              </a:rPr>
              <a:t>YB0062@</a:t>
            </a:r>
            <a:r>
              <a:rPr lang="en-US" sz="2800" b="0" dirty="0">
                <a:solidFill>
                  <a:srgbClr val="97111B"/>
                </a:solidFill>
              </a:rPr>
              <a:t>st.</a:t>
            </a:r>
            <a:r>
              <a:rPr sz="2800" b="0" dirty="0">
                <a:solidFill>
                  <a:srgbClr val="97111B"/>
                </a:solidFill>
              </a:rPr>
              <a:t>ubt.edu</a:t>
            </a:r>
            <a:r>
              <a:rPr lang="en-US" sz="2800" b="0" dirty="0">
                <a:solidFill>
                  <a:srgbClr val="97111B"/>
                </a:solidFill>
              </a:rPr>
              <a:t>.sa</a:t>
            </a:r>
            <a:r>
              <a:rPr sz="2800" b="0" dirty="0">
                <a:solidFill>
                  <a:srgbClr val="97111B"/>
                </a:solidFill>
              </a:rPr>
              <a:t>  |  VA0056@</a:t>
            </a:r>
            <a:r>
              <a:rPr lang="en-US" sz="2800" b="0" dirty="0">
                <a:solidFill>
                  <a:srgbClr val="97111B"/>
                </a:solidFill>
              </a:rPr>
              <a:t>st.</a:t>
            </a:r>
            <a:r>
              <a:rPr sz="2800" b="0" dirty="0">
                <a:solidFill>
                  <a:srgbClr val="97111B"/>
                </a:solidFill>
              </a:rPr>
              <a:t>ubt.edu</a:t>
            </a:r>
            <a:r>
              <a:rPr lang="en-US" sz="2800" b="0" dirty="0">
                <a:solidFill>
                  <a:srgbClr val="97111B"/>
                </a:solidFill>
              </a:rPr>
              <a:t>.sa</a:t>
            </a:r>
            <a:r>
              <a:rPr sz="2800" b="0" dirty="0">
                <a:solidFill>
                  <a:srgbClr val="97111B"/>
                </a:solidFill>
              </a:rPr>
              <a:t>  |  VA0040@</a:t>
            </a:r>
            <a:r>
              <a:rPr lang="en-US" sz="2800" b="0" dirty="0">
                <a:solidFill>
                  <a:srgbClr val="97111B"/>
                </a:solidFill>
              </a:rPr>
              <a:t>st.</a:t>
            </a:r>
            <a:r>
              <a:rPr sz="2800" b="0" dirty="0">
                <a:solidFill>
                  <a:srgbClr val="97111B"/>
                </a:solidFill>
              </a:rPr>
              <a:t>ubt.edu</a:t>
            </a:r>
            <a:r>
              <a:rPr lang="en-US" sz="2800" b="0" dirty="0">
                <a:solidFill>
                  <a:srgbClr val="97111B"/>
                </a:solidFill>
              </a:rPr>
              <a:t>.sa</a:t>
            </a:r>
            <a:endParaRPr lang="en-US" dirty="0"/>
          </a:p>
          <a:p>
            <a:pPr algn="ctr">
              <a:lnSpc>
                <a:spcPct val="150000"/>
              </a:lnSpc>
              <a:spcBef>
                <a:spcPts val="200"/>
              </a:spcBef>
              <a:spcAft>
                <a:spcPts val="0"/>
              </a:spcAft>
            </a:pPr>
            <a:r>
              <a:rPr lang="en-US" sz="2800" b="0" dirty="0">
                <a:solidFill>
                  <a:srgbClr val="97111B"/>
                </a:solidFill>
              </a:rPr>
              <a:t>Supervisor: Dr. Faisal </a:t>
            </a:r>
            <a:r>
              <a:rPr lang="en-US" sz="2800" b="0" dirty="0" err="1">
                <a:solidFill>
                  <a:srgbClr val="97111B"/>
                </a:solidFill>
              </a:rPr>
              <a:t>Arafsha</a:t>
            </a:r>
            <a:endParaRPr lang="en-US" sz="2800" b="0" dirty="0">
              <a:solidFill>
                <a:srgbClr val="97111B"/>
              </a:solidFill>
            </a:endParaRPr>
          </a:p>
        </p:txBody>
      </p:sp>
      <p:sp>
        <p:nvSpPr>
          <p:cNvPr id="7" name="Text Placeholder 6">
            <a:extLst>
              <a:ext uri="{FF2B5EF4-FFF2-40B4-BE49-F238E27FC236}">
                <a16:creationId xmlns:a16="http://schemas.microsoft.com/office/drawing/2014/main" id="{E74B5DD2-901C-4EF7-90C2-6E74EC7B68A8}"/>
              </a:ext>
            </a:extLst>
          </p:cNvPr>
          <p:cNvSpPr>
            <a:spLocks noGrp="1"/>
          </p:cNvSpPr>
          <p:nvPr>
            <p:ph type="body" idx="24"/>
          </p:nvPr>
        </p:nvSpPr>
        <p:spPr>
          <a:xfrm>
            <a:off x="531591" y="7700565"/>
            <a:ext cx="7621357" cy="786384"/>
          </a:xfrm>
        </p:spPr>
        <p:txBody>
          <a:bodyPr/>
          <a:lstStyle/>
          <a:p>
            <a:r>
              <a:rPr lang="en-US" dirty="0"/>
              <a:t>ABSTRACT</a:t>
            </a:r>
          </a:p>
        </p:txBody>
      </p:sp>
      <p:sp>
        <p:nvSpPr>
          <p:cNvPr id="8" name="Text Placeholder 7">
            <a:extLst>
              <a:ext uri="{FF2B5EF4-FFF2-40B4-BE49-F238E27FC236}">
                <a16:creationId xmlns:a16="http://schemas.microsoft.com/office/drawing/2014/main" id="{F13A42D3-A69A-4A33-9BC0-55CD44294F40}"/>
              </a:ext>
            </a:extLst>
          </p:cNvPr>
          <p:cNvSpPr>
            <a:spLocks noGrp="1"/>
          </p:cNvSpPr>
          <p:nvPr>
            <p:ph type="body" sz="quarter" idx="25"/>
          </p:nvPr>
        </p:nvSpPr>
        <p:spPr/>
        <p:txBody>
          <a:bodyPr/>
          <a:lstStyle/>
          <a:p>
            <a:r>
              <a:rPr lang="en-US" dirty="0"/>
              <a:t>RESULTS</a:t>
            </a:r>
          </a:p>
        </p:txBody>
      </p:sp>
      <p:sp>
        <p:nvSpPr>
          <p:cNvPr id="9" name="Text Placeholder 8">
            <a:extLst>
              <a:ext uri="{FF2B5EF4-FFF2-40B4-BE49-F238E27FC236}">
                <a16:creationId xmlns:a16="http://schemas.microsoft.com/office/drawing/2014/main" id="{9E2A4055-99B0-4D30-B800-9776B4A4AAB7}"/>
              </a:ext>
            </a:extLst>
          </p:cNvPr>
          <p:cNvSpPr>
            <a:spLocks noGrp="1"/>
          </p:cNvSpPr>
          <p:nvPr>
            <p:ph type="body" idx="26"/>
          </p:nvPr>
        </p:nvSpPr>
        <p:spPr>
          <a:xfrm>
            <a:off x="531591" y="14476903"/>
            <a:ext cx="7621357" cy="787995"/>
          </a:xfrm>
        </p:spPr>
        <p:txBody>
          <a:bodyPr/>
          <a:lstStyle/>
          <a:p>
            <a:r>
              <a:rPr lang="en-US" dirty="0"/>
              <a:t>INTRODUCTION</a:t>
            </a:r>
          </a:p>
        </p:txBody>
      </p:sp>
      <p:sp>
        <p:nvSpPr>
          <p:cNvPr id="10" name="Content Placeholder 9">
            <a:extLst>
              <a:ext uri="{FF2B5EF4-FFF2-40B4-BE49-F238E27FC236}">
                <a16:creationId xmlns:a16="http://schemas.microsoft.com/office/drawing/2014/main" id="{7AFAD257-089D-4A0F-BCA7-A9D274214233}"/>
              </a:ext>
            </a:extLst>
          </p:cNvPr>
          <p:cNvSpPr>
            <a:spLocks noGrp="1"/>
          </p:cNvSpPr>
          <p:nvPr>
            <p:ph sz="quarter" idx="27"/>
          </p:nvPr>
        </p:nvSpPr>
        <p:spPr>
          <a:xfrm>
            <a:off x="2038441" y="4528206"/>
            <a:ext cx="20701000" cy="999534"/>
          </a:xfrm>
        </p:spPr>
        <p:txBody>
          <a:bodyPr/>
          <a:lstStyle/>
          <a:p>
            <a:r>
              <a:rPr sz="4400" dirty="0">
                <a:solidFill>
                  <a:srgbClr val="97111B"/>
                </a:solidFill>
              </a:rPr>
              <a:t>Abdulrahman Alguydi, Mohammed </a:t>
            </a:r>
            <a:r>
              <a:rPr sz="4400" dirty="0" err="1">
                <a:solidFill>
                  <a:srgbClr val="97111B"/>
                </a:solidFill>
              </a:rPr>
              <a:t>Dafterdar</a:t>
            </a:r>
            <a:r>
              <a:rPr sz="4400" dirty="0">
                <a:solidFill>
                  <a:srgbClr val="97111B"/>
                </a:solidFill>
              </a:rPr>
              <a:t>, Saud Almansour</a:t>
            </a:r>
            <a:endParaRPr lang="en-US" dirty="0">
              <a:solidFill>
                <a:srgbClr val="97111B"/>
              </a:solidFill>
            </a:endParaRPr>
          </a:p>
        </p:txBody>
      </p:sp>
      <p:sp>
        <p:nvSpPr>
          <p:cNvPr id="11" name="Text Placeholder 10">
            <a:extLst>
              <a:ext uri="{FF2B5EF4-FFF2-40B4-BE49-F238E27FC236}">
                <a16:creationId xmlns:a16="http://schemas.microsoft.com/office/drawing/2014/main" id="{F4CA0FF1-E08B-45C4-BE3C-1883483F95E4}"/>
              </a:ext>
            </a:extLst>
          </p:cNvPr>
          <p:cNvSpPr>
            <a:spLocks noGrp="1"/>
          </p:cNvSpPr>
          <p:nvPr>
            <p:ph type="body" sz="quarter" idx="28"/>
          </p:nvPr>
        </p:nvSpPr>
        <p:spPr/>
        <p:txBody>
          <a:bodyPr tIns="274320" rIns="182880">
            <a:normAutofit/>
          </a:bodyPr>
          <a:lstStyle/>
          <a:p>
            <a:pPr>
              <a:spcBef>
                <a:spcPts val="0"/>
              </a:spcBef>
            </a:pPr>
            <a:r>
              <a:rPr lang="en-GB" sz="2600" dirty="0"/>
              <a:t>Many image-editing tasks require users to move a file between a standard editor, an AI service, and separate storage. </a:t>
            </a:r>
            <a:r>
              <a:rPr lang="en-GB" sz="2600" dirty="0" err="1"/>
              <a:t>NeuroPix</a:t>
            </a:r>
            <a:r>
              <a:rPr lang="en-GB" sz="2600" dirty="0"/>
              <a:t> brings these steps into an authenticated web application.</a:t>
            </a:r>
            <a:br>
              <a:rPr lang="en-GB" sz="2600" dirty="0"/>
            </a:br>
            <a:br>
              <a:rPr lang="en-GB" sz="2600" dirty="0"/>
            </a:br>
            <a:r>
              <a:rPr lang="en-GB" sz="2600" dirty="0"/>
              <a:t>Pillow handles standard adjustments, while OpenAI and a locally hosted Stable Diffusion 1.5 model process AI edits. Flask connects the interface to MySQL and Amazon S3, which store account details, image records, and files. Users can work from the same uploaded image, compare each result with the original, and keep completed edits in a personal gallery.</a:t>
            </a:r>
            <a:endParaRPr sz="2600" b="0" dirty="0">
              <a:solidFill>
                <a:srgbClr val="12306C"/>
              </a:solidFill>
            </a:endParaRPr>
          </a:p>
        </p:txBody>
      </p:sp>
      <p:sp>
        <p:nvSpPr>
          <p:cNvPr id="12" name="Text Placeholder 11">
            <a:extLst>
              <a:ext uri="{FF2B5EF4-FFF2-40B4-BE49-F238E27FC236}">
                <a16:creationId xmlns:a16="http://schemas.microsoft.com/office/drawing/2014/main" id="{E22D4BF9-F8FE-4091-9454-49C83A8CB88A}"/>
              </a:ext>
            </a:extLst>
          </p:cNvPr>
          <p:cNvSpPr>
            <a:spLocks noGrp="1"/>
          </p:cNvSpPr>
          <p:nvPr>
            <p:ph type="body" sz="quarter" idx="32"/>
          </p:nvPr>
        </p:nvSpPr>
        <p:spPr>
          <a:xfrm>
            <a:off x="531591" y="23311571"/>
            <a:ext cx="7621357" cy="787995"/>
          </a:xfrm>
        </p:spPr>
        <p:txBody>
          <a:bodyPr/>
          <a:lstStyle/>
          <a:p>
            <a:r>
              <a:rPr lang="en-US" dirty="0"/>
              <a:t>METHODS</a:t>
            </a:r>
          </a:p>
        </p:txBody>
      </p:sp>
      <p:sp>
        <p:nvSpPr>
          <p:cNvPr id="13" name="Text Placeholder 12">
            <a:extLst>
              <a:ext uri="{FF2B5EF4-FFF2-40B4-BE49-F238E27FC236}">
                <a16:creationId xmlns:a16="http://schemas.microsoft.com/office/drawing/2014/main" id="{4A82DF43-9010-4484-B5D2-8B5A0EE43D23}"/>
              </a:ext>
            </a:extLst>
          </p:cNvPr>
          <p:cNvSpPr>
            <a:spLocks noGrp="1"/>
          </p:cNvSpPr>
          <p:nvPr>
            <p:ph type="body" sz="quarter" idx="33"/>
          </p:nvPr>
        </p:nvSpPr>
        <p:spPr/>
        <p:txBody>
          <a:bodyPr tIns="274320" rIns="182880">
            <a:normAutofit/>
          </a:bodyPr>
          <a:lstStyle/>
          <a:p>
            <a:pPr marL="307340" indent="-307340">
              <a:lnSpc>
                <a:spcPct val="95000"/>
              </a:lnSpc>
              <a:spcBef>
                <a:spcPts val="0"/>
              </a:spcBef>
              <a:spcAft>
                <a:spcPts val="0"/>
              </a:spcAft>
              <a:buClr>
                <a:srgbClr val="9F4158"/>
              </a:buClr>
              <a:buFont typeface="Arial"/>
              <a:buChar char="•"/>
            </a:pPr>
            <a:r>
              <a:rPr sz="2600" b="0" dirty="0">
                <a:solidFill>
                  <a:srgbClr val="12306C"/>
                </a:solidFill>
              </a:rPr>
              <a:t xml:space="preserve">Flask/Jinja pages, HTML/CSS/JS interface</a:t>
            </a:r>
            <a:endParaRPr lang="en-US" sz="2600" dirty="0"/>
          </a:p>
          <a:p>
            <a:pPr marL="307340" indent="-307340">
              <a:lnSpc>
                <a:spcPct val="95000"/>
              </a:lnSpc>
              <a:spcBef>
                <a:spcPts val="600"/>
              </a:spcBef>
              <a:spcAft>
                <a:spcPts val="0"/>
              </a:spcAft>
              <a:buClr>
                <a:srgbClr val="9F4158"/>
              </a:buClr>
              <a:buFont typeface="Arial"/>
              <a:buChar char="•"/>
            </a:pPr>
            <a:r>
              <a:rPr sz="2600" b="0" dirty="0">
                <a:solidFill>
                  <a:srgbClr val="12306C"/>
                </a:solidFill>
              </a:rPr>
              <a:t>Standard mode: ten Pillow controls (crop, rotation, contrast, blur,</a:t>
            </a:r>
            <a:r>
              <a:rPr lang="en-US" sz="2600" b="0" dirty="0">
                <a:solidFill>
                  <a:srgbClr val="12306C"/>
                </a:solidFill>
              </a:rPr>
              <a:t> </a:t>
            </a:r>
            <a:r>
              <a:rPr sz="2600" b="0" dirty="0">
                <a:solidFill>
                  <a:srgbClr val="12306C"/>
                </a:solidFill>
              </a:rPr>
              <a:t>...) in a fixed order</a:t>
            </a:r>
          </a:p>
          <a:p>
            <a:pPr marL="307340" indent="-307340">
              <a:lnSpc>
                <a:spcPct val="95000"/>
              </a:lnSpc>
              <a:spcBef>
                <a:spcPts val="600"/>
              </a:spcBef>
              <a:spcAft>
                <a:spcPts val="0"/>
              </a:spcAft>
              <a:buClr>
                <a:srgbClr val="9F4158"/>
              </a:buClr>
              <a:buFont typeface="Arial"/>
              <a:buChar char="•"/>
            </a:pPr>
            <a:r>
              <a:rPr sz="2600" b="0" dirty="0">
                <a:solidFill>
                  <a:srgbClr val="12306C"/>
                </a:solidFill>
              </a:rPr>
              <a:t>Structured pre-prompting: modification, background, and enhancement fields, with scope and preservation context added before calling OpenAI</a:t>
            </a:r>
          </a:p>
          <a:p>
            <a:pPr marL="307340" indent="-307340">
              <a:lnSpc>
                <a:spcPct val="95000"/>
              </a:lnSpc>
              <a:spcBef>
                <a:spcPts val="600"/>
              </a:spcBef>
              <a:spcAft>
                <a:spcPts val="0"/>
              </a:spcAft>
              <a:buClr>
                <a:srgbClr val="9F4158"/>
              </a:buClr>
              <a:buFont typeface="Arial"/>
              <a:buChar char="•"/>
            </a:pPr>
            <a:r>
              <a:rPr sz="2600" b="0" dirty="0">
                <a:solidFill>
                  <a:srgbClr val="12306C"/>
                </a:solidFill>
              </a:rPr>
              <a:t>Local AI: Stable Diffusion 1.5 in Docker on an RTX 3080 via a reverse SSH tunnel</a:t>
            </a:r>
          </a:p>
          <a:p>
            <a:pPr marL="307340" indent="-307340">
              <a:lnSpc>
                <a:spcPct val="95000"/>
              </a:lnSpc>
              <a:spcBef>
                <a:spcPts val="600"/>
              </a:spcBef>
              <a:spcAft>
                <a:spcPts val="0"/>
              </a:spcAft>
              <a:buClr>
                <a:srgbClr val="9F4158"/>
              </a:buClr>
              <a:buFont typeface="Arial"/>
              <a:buChar char="•"/>
            </a:pPr>
            <a:r>
              <a:rPr sz="2600" b="0" dirty="0">
                <a:solidFill>
                  <a:srgbClr val="12306C"/>
                </a:solidFill>
              </a:rPr>
              <a:t>Hosted on AWS EC2 with Nginx, HTTPS, RDS, and S3</a:t>
            </a:r>
          </a:p>
        </p:txBody>
      </p:sp>
      <p:sp>
        <p:nvSpPr>
          <p:cNvPr id="16" name="Text Placeholder 15">
            <a:extLst>
              <a:ext uri="{FF2B5EF4-FFF2-40B4-BE49-F238E27FC236}">
                <a16:creationId xmlns:a16="http://schemas.microsoft.com/office/drawing/2014/main" id="{E955CBEB-E484-48A0-9020-D92265400F8D}"/>
              </a:ext>
            </a:extLst>
          </p:cNvPr>
          <p:cNvSpPr>
            <a:spLocks noGrp="1"/>
          </p:cNvSpPr>
          <p:nvPr>
            <p:ph type="body" sz="quarter" idx="36"/>
          </p:nvPr>
        </p:nvSpPr>
        <p:spPr/>
        <p:txBody>
          <a:bodyPr tIns="274320" rIns="182880">
            <a:normAutofit/>
          </a:bodyPr>
          <a:lstStyle/>
          <a:p>
            <a:pPr>
              <a:lnSpc>
                <a:spcPct val="95000"/>
              </a:lnSpc>
              <a:spcBef>
                <a:spcPts val="0"/>
              </a:spcBef>
              <a:spcAft>
                <a:spcPts val="0"/>
              </a:spcAft>
            </a:pPr>
            <a:r>
              <a:rPr sz="2600" b="0" dirty="0">
                <a:solidFill>
                  <a:srgbClr val="12306C"/>
                </a:solidFill>
              </a:rPr>
              <a:t>Combining conventional edits with AI changes usually means moving an image between tools: crop in one editor, upload to an AI service, compare the result, then organize saved files by hand. An open-ended AI prompt also forces users to describe both the change and what must stay the same.</a:t>
            </a:r>
            <a:endParaRPr lang="en-US" sz="2600" dirty="0"/>
          </a:p>
          <a:p>
            <a:pPr>
              <a:lnSpc>
                <a:spcPct val="95000"/>
              </a:lnSpc>
              <a:spcBef>
                <a:spcPts val="1000"/>
              </a:spcBef>
              <a:spcAft>
                <a:spcPts val="0"/>
              </a:spcAft>
            </a:pPr>
            <a:r>
              <a:rPr sz="2600" b="0" dirty="0" err="1">
                <a:solidFill>
                  <a:srgbClr val="12306C"/>
                </a:solidFill>
              </a:rPr>
              <a:t>NeuroPix</a:t>
            </a:r>
            <a:r>
              <a:rPr sz="2600" b="0" dirty="0">
                <a:solidFill>
                  <a:srgbClr val="12306C"/>
                </a:solidFill>
              </a:rPr>
              <a:t> keeps the source, editing controls, comparison, and saved results together for users with basic browser skills.</a:t>
            </a:r>
          </a:p>
          <a:p>
            <a:pPr>
              <a:lnSpc>
                <a:spcPct val="95000"/>
              </a:lnSpc>
              <a:spcBef>
                <a:spcPts val="1000"/>
              </a:spcBef>
              <a:spcAft>
                <a:spcPts val="0"/>
              </a:spcAft>
            </a:pPr>
            <a:r>
              <a:rPr sz="2600" b="1" dirty="0">
                <a:solidFill>
                  <a:srgbClr val="12306C"/>
                </a:solidFill>
              </a:rPr>
              <a:t>Objectives</a:t>
            </a:r>
          </a:p>
          <a:p>
            <a:pPr marL="321310" indent="-321310">
              <a:lnSpc>
                <a:spcPct val="95000"/>
              </a:lnSpc>
              <a:spcBef>
                <a:spcPts val="600"/>
              </a:spcBef>
              <a:spcAft>
                <a:spcPts val="0"/>
              </a:spcAft>
              <a:buClr>
                <a:srgbClr val="9F4158"/>
              </a:buClr>
              <a:buFont typeface="Arial"/>
              <a:buChar char="•"/>
            </a:pPr>
            <a:r>
              <a:rPr sz="2600" b="0" dirty="0">
                <a:solidFill>
                  <a:srgbClr val="12306C"/>
                </a:solidFill>
              </a:rPr>
              <a:t>Browser-based JPG/PNG editing with no desktop editor</a:t>
            </a:r>
          </a:p>
          <a:p>
            <a:pPr marL="321310" indent="-321310">
              <a:lnSpc>
                <a:spcPct val="95000"/>
              </a:lnSpc>
              <a:spcBef>
                <a:spcPts val="600"/>
              </a:spcBef>
              <a:spcAft>
                <a:spcPts val="0"/>
              </a:spcAft>
              <a:buClr>
                <a:srgbClr val="9F4158"/>
              </a:buClr>
              <a:buFont typeface="Arial"/>
              <a:buChar char="•"/>
            </a:pPr>
            <a:r>
              <a:rPr sz="2600" b="0" dirty="0">
                <a:solidFill>
                  <a:srgbClr val="12306C"/>
                </a:solidFill>
              </a:rPr>
              <a:t>Standard controls plus purpose-specific AI fields</a:t>
            </a:r>
          </a:p>
          <a:p>
            <a:pPr marL="321310" indent="-321310">
              <a:lnSpc>
                <a:spcPct val="95000"/>
              </a:lnSpc>
              <a:spcBef>
                <a:spcPts val="600"/>
              </a:spcBef>
              <a:spcAft>
                <a:spcPts val="0"/>
              </a:spcAft>
              <a:buClr>
                <a:srgbClr val="9F4158"/>
              </a:buClr>
              <a:buFont typeface="Arial"/>
              <a:buChar char="•"/>
            </a:pPr>
            <a:r>
              <a:rPr sz="2600" b="0" dirty="0">
                <a:solidFill>
                  <a:srgbClr val="12306C"/>
                </a:solidFill>
              </a:rPr>
              <a:t>Images in Amazon S3, metadata in MySQL</a:t>
            </a:r>
          </a:p>
          <a:p>
            <a:pPr marL="321310" indent="-321310">
              <a:lnSpc>
                <a:spcPct val="95000"/>
              </a:lnSpc>
              <a:spcBef>
                <a:spcPts val="600"/>
              </a:spcBef>
              <a:spcAft>
                <a:spcPts val="0"/>
              </a:spcAft>
              <a:buClr>
                <a:srgbClr val="9F4158"/>
              </a:buClr>
              <a:buFont typeface="Arial"/>
              <a:buChar char="•"/>
            </a:pPr>
            <a:r>
              <a:rPr sz="2600" b="0" dirty="0">
                <a:solidFill>
                  <a:srgbClr val="12306C"/>
                </a:solidFill>
              </a:rPr>
              <a:t>Comparison, download, and a personal gallery</a:t>
            </a:r>
          </a:p>
        </p:txBody>
      </p:sp>
      <p:sp>
        <p:nvSpPr>
          <p:cNvPr id="19" name="Text Placeholder 18">
            <a:extLst>
              <a:ext uri="{FF2B5EF4-FFF2-40B4-BE49-F238E27FC236}">
                <a16:creationId xmlns:a16="http://schemas.microsoft.com/office/drawing/2014/main" id="{C244A2E1-B899-47CC-8E4C-5B4AF03A0CAF}"/>
              </a:ext>
            </a:extLst>
          </p:cNvPr>
          <p:cNvSpPr>
            <a:spLocks noGrp="1"/>
          </p:cNvSpPr>
          <p:nvPr>
            <p:ph type="body" sz="quarter" idx="39"/>
          </p:nvPr>
        </p:nvSpPr>
        <p:spPr>
          <a:xfrm>
            <a:off x="8725809" y="31384992"/>
            <a:ext cx="7733965" cy="1509346"/>
          </a:xfrm>
        </p:spPr>
        <p:txBody>
          <a:bodyPr lIns="274320" tIns="91440" rIns="182880">
            <a:normAutofit fontScale="92500" lnSpcReduction="10000"/>
          </a:bodyPr>
          <a:lstStyle/>
          <a:p>
            <a:pPr>
              <a:lnSpc>
                <a:spcPct val="95000"/>
              </a:lnSpc>
              <a:spcBef>
                <a:spcPts val="0"/>
              </a:spcBef>
              <a:spcAft>
                <a:spcPts val="0"/>
              </a:spcAft>
            </a:pPr>
            <a:r>
              <a:rPr sz="2300" b="0" dirty="0">
                <a:solidFill>
                  <a:schemeClr val="accent1"/>
                </a:solidFill>
              </a:rPr>
              <a:t>Both AI paths were given the same photo and the same </a:t>
            </a:r>
            <a:r>
              <a:rPr lang="en-US" sz="2300" b="0" dirty="0">
                <a:solidFill>
                  <a:schemeClr val="accent1"/>
                </a:solidFill>
              </a:rPr>
              <a:t>prompt</a:t>
            </a:r>
            <a:r>
              <a:rPr sz="2300" b="0" dirty="0">
                <a:solidFill>
                  <a:schemeClr val="accent1"/>
                </a:solidFill>
              </a:rPr>
              <a:t>. OpenAI returned a neon night city with rain and a large moon while keeping the skyline composition, and the self-hosted model returned a stronger purple, futuristic version of the same scene.</a:t>
            </a:r>
            <a:endParaRPr lang="en-US" dirty="0">
              <a:solidFill>
                <a:schemeClr val="accent1"/>
              </a:solidFill>
            </a:endParaRPr>
          </a:p>
        </p:txBody>
      </p:sp>
      <p:sp>
        <p:nvSpPr>
          <p:cNvPr id="20" name="Text Placeholder 19">
            <a:extLst>
              <a:ext uri="{FF2B5EF4-FFF2-40B4-BE49-F238E27FC236}">
                <a16:creationId xmlns:a16="http://schemas.microsoft.com/office/drawing/2014/main" id="{E5F14A2B-DD86-4DD9-B5C5-D31340DFCDF3}"/>
              </a:ext>
            </a:extLst>
          </p:cNvPr>
          <p:cNvSpPr>
            <a:spLocks noGrp="1"/>
          </p:cNvSpPr>
          <p:nvPr>
            <p:ph type="body" idx="40"/>
          </p:nvPr>
        </p:nvSpPr>
        <p:spPr>
          <a:xfrm>
            <a:off x="17006774" y="7700566"/>
            <a:ext cx="7621587" cy="786384"/>
          </a:xfrm>
        </p:spPr>
        <p:txBody>
          <a:bodyPr/>
          <a:lstStyle/>
          <a:p>
            <a:r>
              <a:rPr lang="en-US" dirty="0"/>
              <a:t>SUMMARY</a:t>
            </a:r>
          </a:p>
        </p:txBody>
      </p:sp>
      <p:sp>
        <p:nvSpPr>
          <p:cNvPr id="21" name="Text Placeholder 20">
            <a:extLst>
              <a:ext uri="{FF2B5EF4-FFF2-40B4-BE49-F238E27FC236}">
                <a16:creationId xmlns:a16="http://schemas.microsoft.com/office/drawing/2014/main" id="{3836A764-6995-47A7-B24B-7A2CB976BE84}"/>
              </a:ext>
            </a:extLst>
          </p:cNvPr>
          <p:cNvSpPr>
            <a:spLocks noGrp="1"/>
          </p:cNvSpPr>
          <p:nvPr>
            <p:ph type="body" idx="41"/>
          </p:nvPr>
        </p:nvSpPr>
        <p:spPr>
          <a:xfrm>
            <a:off x="17017618" y="14476904"/>
            <a:ext cx="7621587" cy="787995"/>
          </a:xfrm>
        </p:spPr>
        <p:txBody>
          <a:bodyPr/>
          <a:lstStyle/>
          <a:p>
            <a:r>
              <a:rPr lang="en-US" dirty="0"/>
              <a:t>CONCLUSIONS</a:t>
            </a:r>
          </a:p>
        </p:txBody>
      </p:sp>
      <p:sp>
        <p:nvSpPr>
          <p:cNvPr id="22" name="Text Placeholder 21">
            <a:extLst>
              <a:ext uri="{FF2B5EF4-FFF2-40B4-BE49-F238E27FC236}">
                <a16:creationId xmlns:a16="http://schemas.microsoft.com/office/drawing/2014/main" id="{EBE6B4FC-15A8-4E4B-A294-83FD82AAC969}"/>
              </a:ext>
            </a:extLst>
          </p:cNvPr>
          <p:cNvSpPr>
            <a:spLocks noGrp="1"/>
          </p:cNvSpPr>
          <p:nvPr>
            <p:ph type="body" sz="quarter" idx="42"/>
          </p:nvPr>
        </p:nvSpPr>
        <p:spPr/>
        <p:txBody>
          <a:bodyPr tIns="274320" rIns="182880">
            <a:normAutofit/>
          </a:bodyPr>
          <a:lstStyle/>
          <a:p>
            <a:r>
              <a:rPr lang="en-GB" sz="2600" dirty="0" err="1"/>
              <a:t>NeuroPix</a:t>
            </a:r>
            <a:r>
              <a:rPr lang="en-GB" sz="2600" dirty="0"/>
              <a:t> was created for users who want standard image controls and AI editing without moving files between several applications. After signing in, a user can upload an image, apply familiar adjustments or select an AI provider, and compare the result with the original.</a:t>
            </a:r>
          </a:p>
          <a:p>
            <a:r>
              <a:rPr lang="en-GB" sz="2600" dirty="0"/>
              <a:t>Guided fields separate modification, background, and enhancement requests, so the user does not need to write one detailed prompt. Completed images can be downloaded, reopened for further editing, or removed from a private gallery. </a:t>
            </a:r>
            <a:r>
              <a:rPr lang="en-GB" sz="2600" dirty="0" err="1"/>
              <a:t>NeuroPix</a:t>
            </a:r>
            <a:r>
              <a:rPr lang="en-GB" sz="2600" dirty="0"/>
              <a:t> brings the complete editing process into one connected browser workspace.</a:t>
            </a:r>
          </a:p>
        </p:txBody>
      </p:sp>
      <p:sp>
        <p:nvSpPr>
          <p:cNvPr id="23" name="Text Placeholder 22">
            <a:extLst>
              <a:ext uri="{FF2B5EF4-FFF2-40B4-BE49-F238E27FC236}">
                <a16:creationId xmlns:a16="http://schemas.microsoft.com/office/drawing/2014/main" id="{C7A1383B-5672-41E2-BE51-5FB29FDBB85C}"/>
              </a:ext>
            </a:extLst>
          </p:cNvPr>
          <p:cNvSpPr>
            <a:spLocks noGrp="1"/>
          </p:cNvSpPr>
          <p:nvPr>
            <p:ph type="body" sz="quarter" idx="43"/>
          </p:nvPr>
        </p:nvSpPr>
        <p:spPr>
          <a:ln>
            <a:solidFill>
              <a:schemeClr val="bg1">
                <a:lumMod val="75000"/>
              </a:schemeClr>
            </a:solidFill>
          </a:ln>
        </p:spPr>
        <p:txBody>
          <a:bodyPr tIns="274320" rIns="182880">
            <a:noAutofit/>
          </a:bodyPr>
          <a:lstStyle/>
          <a:p>
            <a:pPr>
              <a:lnSpc>
                <a:spcPct val="95000"/>
              </a:lnSpc>
              <a:spcBef>
                <a:spcPts val="0"/>
              </a:spcBef>
              <a:spcAft>
                <a:spcPts val="0"/>
              </a:spcAft>
            </a:pPr>
            <a:r>
              <a:rPr sz="2600" b="0" dirty="0" err="1">
                <a:solidFill>
                  <a:srgbClr val="12306C"/>
                </a:solidFill>
              </a:rPr>
              <a:t>NeuroPix</a:t>
            </a:r>
            <a:r>
              <a:rPr sz="2600" b="0" dirty="0">
                <a:solidFill>
                  <a:srgbClr val="12306C"/>
                </a:solidFill>
              </a:rPr>
              <a:t>: a deployed web application for Standard and AI-assisted editing, comparison, download, and personal image management, built within the team's budget and hardware.</a:t>
            </a:r>
            <a:endParaRPr lang="en-US" sz="2600" dirty="0"/>
          </a:p>
          <a:p>
            <a:pPr>
              <a:lnSpc>
                <a:spcPct val="95000"/>
              </a:lnSpc>
              <a:spcBef>
                <a:spcPts val="1000"/>
              </a:spcBef>
              <a:spcAft>
                <a:spcPts val="0"/>
              </a:spcAft>
            </a:pPr>
            <a:r>
              <a:rPr sz="2600" b="0" dirty="0">
                <a:solidFill>
                  <a:srgbClr val="12306C"/>
                </a:solidFill>
              </a:rPr>
              <a:t>Building it taught us where the trade-offs sit. Waiting for an AI result was the part users feel most, and running our own model kept costs down while tying the service to one computer. Designing around one clear path through the site mattered more than adding features.</a:t>
            </a:r>
          </a:p>
          <a:p>
            <a:pPr>
              <a:lnSpc>
                <a:spcPct val="95000"/>
              </a:lnSpc>
              <a:spcBef>
                <a:spcPts val="1000"/>
              </a:spcBef>
              <a:spcAft>
                <a:spcPts val="0"/>
              </a:spcAft>
            </a:pPr>
            <a:r>
              <a:rPr sz="2600" b="1" dirty="0">
                <a:solidFill>
                  <a:srgbClr val="12306C"/>
                </a:solidFill>
              </a:rPr>
              <a:t>Future work</a:t>
            </a:r>
          </a:p>
          <a:p>
            <a:pPr marL="335280" indent="-335280">
              <a:lnSpc>
                <a:spcPct val="95000"/>
              </a:lnSpc>
              <a:spcBef>
                <a:spcPts val="600"/>
              </a:spcBef>
              <a:spcAft>
                <a:spcPts val="0"/>
              </a:spcAft>
              <a:buClr>
                <a:srgbClr val="9F4158"/>
              </a:buClr>
              <a:buFont typeface="Arial"/>
              <a:buChar char="•"/>
            </a:pPr>
            <a:r>
              <a:rPr sz="2600" b="0" dirty="0">
                <a:solidFill>
                  <a:srgbClr val="12306C"/>
                </a:solidFill>
              </a:rPr>
              <a:t>Move AI work to a background queue with progress reporting</a:t>
            </a:r>
          </a:p>
          <a:p>
            <a:pPr marL="335280" indent="-335280">
              <a:lnSpc>
                <a:spcPct val="95000"/>
              </a:lnSpc>
              <a:spcBef>
                <a:spcPts val="600"/>
              </a:spcBef>
              <a:spcAft>
                <a:spcPts val="0"/>
              </a:spcAft>
              <a:buClr>
                <a:srgbClr val="9F4158"/>
              </a:buClr>
              <a:buFont typeface="Arial"/>
              <a:buChar char="•"/>
            </a:pPr>
            <a:r>
              <a:rPr sz="2600" b="0" dirty="0">
                <a:solidFill>
                  <a:srgbClr val="12306C"/>
                </a:solidFill>
              </a:rPr>
              <a:t>Improve recovery when a save </a:t>
            </a:r>
            <a:r>
              <a:rPr lang="en-US" sz="2600" b="0" dirty="0">
                <a:solidFill>
                  <a:srgbClr val="12306C"/>
                </a:solidFill>
              </a:rPr>
              <a:t>is incomplete</a:t>
            </a:r>
            <a:endParaRPr sz="2600" b="0" dirty="0">
              <a:solidFill>
                <a:srgbClr val="12306C"/>
              </a:solidFill>
            </a:endParaRPr>
          </a:p>
          <a:p>
            <a:pPr marL="335280" indent="-335280">
              <a:lnSpc>
                <a:spcPct val="95000"/>
              </a:lnSpc>
              <a:spcBef>
                <a:spcPts val="600"/>
              </a:spcBef>
              <a:spcAft>
                <a:spcPts val="0"/>
              </a:spcAft>
              <a:buClr>
                <a:srgbClr val="9F4158"/>
              </a:buClr>
              <a:buFont typeface="Arial"/>
              <a:buChar char="•"/>
            </a:pPr>
            <a:r>
              <a:rPr sz="2600" b="0" dirty="0">
                <a:solidFill>
                  <a:srgbClr val="12306C"/>
                </a:solidFill>
              </a:rPr>
              <a:t>Adopt feature branches, code review, and staging</a:t>
            </a:r>
            <a:endParaRPr lang="en-GB" sz="2600" b="0" dirty="0">
              <a:solidFill>
                <a:srgbClr val="12306C"/>
              </a:solidFill>
            </a:endParaRPr>
          </a:p>
          <a:p>
            <a:pPr marL="335280" indent="-335280">
              <a:lnSpc>
                <a:spcPct val="95000"/>
              </a:lnSpc>
              <a:spcBef>
                <a:spcPts val="600"/>
              </a:spcBef>
              <a:spcAft>
                <a:spcPts val="0"/>
              </a:spcAft>
              <a:buClr>
                <a:srgbClr val="9F4158"/>
              </a:buClr>
              <a:buFont typeface="Arial"/>
              <a:buChar char="•"/>
            </a:pPr>
            <a:r>
              <a:rPr lang="en-GB" sz="2600" b="0" dirty="0">
                <a:solidFill>
                  <a:srgbClr val="12306C"/>
                </a:solidFill>
              </a:rPr>
              <a:t>Better local output quality within RTX 3080 limits</a:t>
            </a:r>
          </a:p>
        </p:txBody>
      </p:sp>
      <p:sp>
        <p:nvSpPr>
          <p:cNvPr id="24" name="Text Placeholder 23">
            <a:extLst>
              <a:ext uri="{FF2B5EF4-FFF2-40B4-BE49-F238E27FC236}">
                <a16:creationId xmlns:a16="http://schemas.microsoft.com/office/drawing/2014/main" id="{3783E248-76BB-4F8B-AD98-F5370B504A81}"/>
              </a:ext>
            </a:extLst>
          </p:cNvPr>
          <p:cNvSpPr>
            <a:spLocks noGrp="1"/>
          </p:cNvSpPr>
          <p:nvPr>
            <p:ph type="body" sz="quarter" idx="44"/>
          </p:nvPr>
        </p:nvSpPr>
        <p:spPr>
          <a:xfrm>
            <a:off x="17017618" y="23311843"/>
            <a:ext cx="7621587" cy="787995"/>
          </a:xfrm>
        </p:spPr>
        <p:txBody>
          <a:bodyPr/>
          <a:lstStyle/>
          <a:p>
            <a:r>
              <a:rPr lang="en-US" dirty="0"/>
              <a:t>REFERENCES</a:t>
            </a:r>
          </a:p>
        </p:txBody>
      </p:sp>
      <p:sp>
        <p:nvSpPr>
          <p:cNvPr id="25" name="Text Placeholder 24">
            <a:extLst>
              <a:ext uri="{FF2B5EF4-FFF2-40B4-BE49-F238E27FC236}">
                <a16:creationId xmlns:a16="http://schemas.microsoft.com/office/drawing/2014/main" id="{DB5A2223-4E97-489D-84E3-B119FE582CF7}"/>
              </a:ext>
            </a:extLst>
          </p:cNvPr>
          <p:cNvSpPr>
            <a:spLocks noGrp="1"/>
          </p:cNvSpPr>
          <p:nvPr>
            <p:ph type="body" sz="quarter" idx="45"/>
          </p:nvPr>
        </p:nvSpPr>
        <p:spPr>
          <a:xfrm>
            <a:off x="17017128" y="24100110"/>
            <a:ext cx="7622077" cy="7954690"/>
          </a:xfrm>
        </p:spPr>
        <p:txBody>
          <a:bodyPr tIns="274320" rIns="182880">
            <a:normAutofit/>
          </a:bodyPr>
          <a:lstStyle/>
          <a:p>
            <a:pPr marL="321310" indent="-321310">
              <a:lnSpc>
                <a:spcPct val="95000"/>
              </a:lnSpc>
              <a:spcBef>
                <a:spcPts val="600"/>
              </a:spcBef>
              <a:buClr>
                <a:srgbClr val="9F4158"/>
              </a:buClr>
              <a:buFont typeface="Arial"/>
              <a:buChar char="•"/>
            </a:pPr>
            <a:r>
              <a:rPr sz="2200" dirty="0" err="1">
                <a:solidFill>
                  <a:srgbClr val="12306C"/>
                </a:solidFill>
              </a:rPr>
              <a:t>NeuroPix</a:t>
            </a:r>
            <a:r>
              <a:rPr sz="2200" dirty="0">
                <a:solidFill>
                  <a:srgbClr val="12306C"/>
                </a:solidFill>
              </a:rPr>
              <a:t> project team, "</a:t>
            </a:r>
            <a:r>
              <a:rPr sz="2200" dirty="0" err="1">
                <a:solidFill>
                  <a:srgbClr val="12306C"/>
                </a:solidFill>
              </a:rPr>
              <a:t>NeuroPix</a:t>
            </a:r>
            <a:r>
              <a:rPr sz="2200" dirty="0">
                <a:solidFill>
                  <a:srgbClr val="12306C"/>
                </a:solidFill>
              </a:rPr>
              <a:t>: AI-Enhanced Image Processing and Management Web Application," senior project report, University of Business &amp; Technology, 2026.</a:t>
            </a:r>
            <a:endParaRPr lang="en-US" sz="2200" dirty="0">
              <a:solidFill>
                <a:srgbClr val="12306C"/>
              </a:solidFill>
            </a:endParaRPr>
          </a:p>
          <a:p>
            <a:pPr marL="321310" indent="-321310">
              <a:lnSpc>
                <a:spcPct val="95000"/>
              </a:lnSpc>
              <a:spcBef>
                <a:spcPts val="600"/>
              </a:spcBef>
              <a:buClr>
                <a:srgbClr val="9F4158"/>
              </a:buClr>
              <a:buFont typeface="Arial"/>
              <a:buChar char="•"/>
            </a:pPr>
            <a:r>
              <a:rPr sz="2200" dirty="0" err="1">
                <a:solidFill>
                  <a:srgbClr val="12306C"/>
                </a:solidFill>
              </a:rPr>
              <a:t>NeuroPix</a:t>
            </a:r>
            <a:r>
              <a:rPr sz="2200" dirty="0">
                <a:solidFill>
                  <a:srgbClr val="12306C"/>
                </a:solidFill>
              </a:rPr>
              <a:t> project team, "</a:t>
            </a:r>
            <a:r>
              <a:rPr sz="2200" dirty="0" err="1">
                <a:solidFill>
                  <a:srgbClr val="12306C"/>
                </a:solidFill>
              </a:rPr>
              <a:t>NeuroPix</a:t>
            </a:r>
            <a:r>
              <a:rPr sz="2200" dirty="0">
                <a:solidFill>
                  <a:srgbClr val="12306C"/>
                </a:solidFill>
              </a:rPr>
              <a:t> source repository," GitHub, 2026.</a:t>
            </a:r>
            <a:r>
              <a:rPr lang="en-GB" sz="2200" dirty="0">
                <a:solidFill>
                  <a:srgbClr val="12306C"/>
                </a:solidFill>
              </a:rPr>
              <a:t> </a:t>
            </a:r>
            <a:r>
              <a:rPr sz="2200" dirty="0">
                <a:solidFill>
                  <a:srgbClr val="12306C"/>
                </a:solidFill>
              </a:rPr>
              <a:t>github.com/</a:t>
            </a:r>
            <a:r>
              <a:rPr sz="2200" dirty="0" err="1">
                <a:solidFill>
                  <a:srgbClr val="12306C"/>
                </a:solidFill>
              </a:rPr>
              <a:t>AbdulrahmanAlguydi</a:t>
            </a:r>
            <a:r>
              <a:rPr sz="2200" dirty="0">
                <a:solidFill>
                  <a:srgbClr val="12306C"/>
                </a:solidFill>
              </a:rPr>
              <a:t>/</a:t>
            </a:r>
            <a:r>
              <a:rPr sz="2200" dirty="0" err="1">
                <a:solidFill>
                  <a:srgbClr val="12306C"/>
                </a:solidFill>
              </a:rPr>
              <a:t>NeuroPix</a:t>
            </a:r>
            <a:endParaRPr sz="2200" dirty="0">
              <a:solidFill>
                <a:srgbClr val="12306C"/>
              </a:solidFill>
            </a:endParaRPr>
          </a:p>
          <a:p>
            <a:pPr marL="321310" indent="-321310">
              <a:lnSpc>
                <a:spcPct val="95000"/>
              </a:lnSpc>
              <a:spcBef>
                <a:spcPts val="600"/>
              </a:spcBef>
              <a:buClr>
                <a:srgbClr val="9F4158"/>
              </a:buClr>
              <a:buFont typeface="Arial"/>
              <a:buChar char="•"/>
            </a:pPr>
            <a:r>
              <a:rPr sz="2200" dirty="0" err="1">
                <a:solidFill>
                  <a:srgbClr val="12306C"/>
                </a:solidFill>
              </a:rPr>
              <a:t>NeuroPix</a:t>
            </a:r>
            <a:r>
              <a:rPr sz="2200" dirty="0">
                <a:solidFill>
                  <a:srgbClr val="12306C"/>
                </a:solidFill>
              </a:rPr>
              <a:t> project team, "Software Requirements Specification,"</a:t>
            </a:r>
          </a:p>
          <a:p>
            <a:pPr marL="321310" indent="-321310">
              <a:lnSpc>
                <a:spcPct val="95000"/>
              </a:lnSpc>
              <a:spcBef>
                <a:spcPts val="600"/>
              </a:spcBef>
              <a:buClr>
                <a:srgbClr val="9F4158"/>
              </a:buClr>
              <a:buFont typeface="Arial"/>
              <a:buChar char="•"/>
            </a:pPr>
            <a:r>
              <a:rPr sz="2200" dirty="0" err="1">
                <a:solidFill>
                  <a:srgbClr val="12306C"/>
                </a:solidFill>
              </a:rPr>
              <a:t>NeuroPix</a:t>
            </a:r>
            <a:r>
              <a:rPr sz="2200" dirty="0">
                <a:solidFill>
                  <a:srgbClr val="12306C"/>
                </a:solidFill>
              </a:rPr>
              <a:t> project team, "High-Level Design,"</a:t>
            </a:r>
          </a:p>
          <a:p>
            <a:pPr marL="321310" indent="-321310">
              <a:lnSpc>
                <a:spcPct val="95000"/>
              </a:lnSpc>
              <a:spcBef>
                <a:spcPts val="600"/>
              </a:spcBef>
              <a:buClr>
                <a:srgbClr val="9F4158"/>
              </a:buClr>
              <a:buFont typeface="Arial"/>
              <a:buChar char="•"/>
            </a:pPr>
            <a:r>
              <a:rPr sz="2200" dirty="0">
                <a:solidFill>
                  <a:srgbClr val="12306C"/>
                </a:solidFill>
              </a:rPr>
              <a:t>Pillow contributors, "Pillow documentation." pillow.readthedocs.io</a:t>
            </a:r>
          </a:p>
          <a:p>
            <a:pPr marL="321310" indent="-321310">
              <a:lnSpc>
                <a:spcPct val="95000"/>
              </a:lnSpc>
              <a:spcBef>
                <a:spcPts val="600"/>
              </a:spcBef>
              <a:buClr>
                <a:srgbClr val="9F4158"/>
              </a:buClr>
              <a:buFont typeface="Arial"/>
              <a:buChar char="•"/>
            </a:pPr>
            <a:r>
              <a:rPr sz="2200" dirty="0">
                <a:solidFill>
                  <a:srgbClr val="12306C"/>
                </a:solidFill>
              </a:rPr>
              <a:t>R. Rombach, A. </a:t>
            </a:r>
            <a:r>
              <a:rPr sz="2200" dirty="0" err="1">
                <a:solidFill>
                  <a:srgbClr val="12306C"/>
                </a:solidFill>
              </a:rPr>
              <a:t>Blattmann</a:t>
            </a:r>
            <a:r>
              <a:rPr sz="2200" dirty="0">
                <a:solidFill>
                  <a:srgbClr val="12306C"/>
                </a:solidFill>
              </a:rPr>
              <a:t>, D. Lorenz, P. Esser, and B. </a:t>
            </a:r>
            <a:r>
              <a:rPr sz="2200" dirty="0" err="1">
                <a:solidFill>
                  <a:srgbClr val="12306C"/>
                </a:solidFill>
              </a:rPr>
              <a:t>Ommer</a:t>
            </a:r>
            <a:r>
              <a:rPr sz="2200" dirty="0">
                <a:solidFill>
                  <a:srgbClr val="12306C"/>
                </a:solidFill>
              </a:rPr>
              <a:t>, "High-resolution image synthesis with latent diffusion models," in Proc. IEEE/CVF CVPR, 2022, pp. 10684-10695.</a:t>
            </a:r>
          </a:p>
          <a:p>
            <a:pPr marL="321310" indent="-321310">
              <a:lnSpc>
                <a:spcPct val="95000"/>
              </a:lnSpc>
              <a:spcBef>
                <a:spcPts val="600"/>
              </a:spcBef>
              <a:buClr>
                <a:srgbClr val="9F4158"/>
              </a:buClr>
              <a:buFont typeface="Arial"/>
              <a:buChar char="•"/>
            </a:pPr>
            <a:r>
              <a:rPr sz="2200" dirty="0">
                <a:solidFill>
                  <a:srgbClr val="12306C"/>
                </a:solidFill>
              </a:rPr>
              <a:t>OpenAI, "Introducing ChatGPT Images 2.5," Sep. 8, 2026.</a:t>
            </a:r>
          </a:p>
          <a:p>
            <a:pPr marL="321310" indent="-321310">
              <a:lnSpc>
                <a:spcPct val="95000"/>
              </a:lnSpc>
              <a:spcBef>
                <a:spcPts val="600"/>
              </a:spcBef>
              <a:buClr>
                <a:srgbClr val="9F4158"/>
              </a:buClr>
              <a:buFont typeface="Arial"/>
              <a:buChar char="•"/>
            </a:pPr>
            <a:r>
              <a:rPr sz="2200" dirty="0">
                <a:solidFill>
                  <a:srgbClr val="12306C"/>
                </a:solidFill>
              </a:rPr>
              <a:t>Amazon Web Services, "Amazon RDS for MySQL." docs.aws.amazon.com</a:t>
            </a:r>
          </a:p>
        </p:txBody>
      </p:sp>
      <p:sp>
        <p:nvSpPr>
          <p:cNvPr id="26" name="Footer Placeholder 4">
            <a:extLst>
              <a:ext uri="{FF2B5EF4-FFF2-40B4-BE49-F238E27FC236}">
                <a16:creationId xmlns:a16="http://schemas.microsoft.com/office/drawing/2014/main" id="{4FF2F20A-FBA7-43BB-903F-F88802F7E761}"/>
              </a:ext>
            </a:extLst>
          </p:cNvPr>
          <p:cNvSpPr>
            <a:spLocks noGrp="1"/>
          </p:cNvSpPr>
          <p:nvPr>
            <p:ph type="ftr" sz="quarter" idx="11"/>
          </p:nvPr>
        </p:nvSpPr>
        <p:spPr>
          <a:xfrm>
            <a:off x="8725810" y="8486950"/>
            <a:ext cx="7733390" cy="14634988"/>
          </a:xfrm>
          <a:prstGeom prst="rect">
            <a:avLst/>
          </a:prstGeom>
          <a:ln>
            <a:solidFill>
              <a:srgbClr val="202C55"/>
            </a:solidFill>
          </a:ln>
        </p:spPr>
        <p:txBody>
          <a:bodyPr lIns="320040" tIns="274320" rIns="182880" anchor="t"/>
          <a:lstStyle>
            <a:lvl1pPr marL="0" marR="0" indent="0" algn="l" defTabSz="2519995" rtl="0" eaLnBrk="1" fontAlgn="auto" latinLnBrk="0" hangingPunct="1">
              <a:lnSpc>
                <a:spcPct val="90000"/>
              </a:lnSpc>
              <a:spcBef>
                <a:spcPts val="2756"/>
              </a:spcBef>
              <a:spcAft>
                <a:spcPts val="0"/>
              </a:spcAft>
              <a:buClrTx/>
              <a:buSzTx/>
              <a:buFont typeface="Arial" panose="020B0604020202020204" pitchFamily="34" charset="0"/>
              <a:buNone/>
              <a:tabLst/>
              <a:defRPr sz="2800">
                <a:solidFill>
                  <a:schemeClr val="accent3"/>
                </a:solidFill>
                <a:latin typeface="Myriad Pro"/>
                <a:ea typeface="Adobe Fan Heiti Std B" panose="020B0700000000000000" pitchFamily="34" charset="-128"/>
              </a:defRPr>
            </a:lvl1pPr>
          </a:lstStyle>
          <a:p>
            <a:pPr>
              <a:lnSpc>
                <a:spcPct val="95000"/>
              </a:lnSpc>
              <a:spcBef>
                <a:spcPts val="0"/>
              </a:spcBef>
              <a:spcAft>
                <a:spcPts val="0"/>
              </a:spcAft>
              <a:defRPr/>
            </a:pPr>
            <a:r>
              <a:rPr sz="2600" b="0" dirty="0" err="1">
                <a:solidFill>
                  <a:srgbClr val="12306C"/>
                </a:solidFill>
              </a:rPr>
              <a:t>NeuroPix</a:t>
            </a:r>
            <a:r>
              <a:rPr sz="2600" b="0" dirty="0">
                <a:solidFill>
                  <a:srgbClr val="12306C"/>
                </a:solidFill>
              </a:rPr>
              <a:t> works as one workspace: the image is uploaded once in the Studio and stays in place while the user edits it. Standard mode covers everyday adjustments through sliders, and AI mode takes a short description when a change is harder to make by hand. Every result is saved to the account, so it can be compared with the original, downloaded, or reopened later.</a:t>
            </a:r>
          </a:p>
        </p:txBody>
      </p:sp>
      <p:pic>
        <p:nvPicPr>
          <p:cNvPr id="27" name="Picture 26" descr="studio.png"/>
          <p:cNvPicPr>
            <a:picLocks noChangeAspect="1"/>
          </p:cNvPicPr>
          <p:nvPr/>
        </p:nvPicPr>
        <p:blipFill>
          <a:blip r:embed="rId3"/>
          <a:stretch>
            <a:fillRect/>
          </a:stretch>
        </p:blipFill>
        <p:spPr>
          <a:xfrm>
            <a:off x="9491027" y="12048583"/>
            <a:ext cx="6217920" cy="4021169"/>
          </a:xfrm>
          <a:prstGeom prst="roundRect">
            <a:avLst>
              <a:gd name="adj" fmla="val 3402"/>
            </a:avLst>
          </a:prstGeom>
          <a:effectLst>
            <a:softEdge rad="0"/>
          </a:effectLst>
        </p:spPr>
      </p:pic>
      <p:sp>
        <p:nvSpPr>
          <p:cNvPr id="28" name="TextBox 27"/>
          <p:cNvSpPr txBox="1"/>
          <p:nvPr/>
        </p:nvSpPr>
        <p:spPr>
          <a:xfrm>
            <a:off x="9097835" y="16152158"/>
            <a:ext cx="7004304" cy="292388"/>
          </a:xfrm>
          <a:prstGeom prst="rect">
            <a:avLst/>
          </a:prstGeom>
          <a:noFill/>
        </p:spPr>
        <p:txBody>
          <a:bodyPr wrap="square" lIns="0" tIns="0" rIns="0" bIns="0" anchor="ctr">
            <a:spAutoFit/>
          </a:bodyPr>
          <a:lstStyle/>
          <a:p>
            <a:pPr algn="ctr"/>
            <a:r>
              <a:rPr sz="1900" b="0" i="1" dirty="0">
                <a:solidFill>
                  <a:srgbClr val="555E70"/>
                </a:solidFill>
                <a:latin typeface="Myriad Pro"/>
              </a:rPr>
              <a:t>The Studio: upload an image and set the controls</a:t>
            </a:r>
          </a:p>
        </p:txBody>
      </p:sp>
      <p:pic>
        <p:nvPicPr>
          <p:cNvPr id="29" name="Picture 28" descr="cmp_std.png"/>
          <p:cNvPicPr>
            <a:picLocks noChangeAspect="1"/>
          </p:cNvPicPr>
          <p:nvPr/>
        </p:nvPicPr>
        <p:blipFill>
          <a:blip r:embed="rId4"/>
          <a:stretch>
            <a:fillRect/>
          </a:stretch>
        </p:blipFill>
        <p:spPr>
          <a:xfrm>
            <a:off x="9491027" y="16664112"/>
            <a:ext cx="6217920" cy="3795634"/>
          </a:xfrm>
          <a:prstGeom prst="rect">
            <a:avLst/>
          </a:prstGeom>
        </p:spPr>
      </p:pic>
      <p:sp>
        <p:nvSpPr>
          <p:cNvPr id="30" name="TextBox 29"/>
          <p:cNvSpPr txBox="1"/>
          <p:nvPr/>
        </p:nvSpPr>
        <p:spPr>
          <a:xfrm>
            <a:off x="9097835" y="20542153"/>
            <a:ext cx="7004304" cy="292388"/>
          </a:xfrm>
          <a:prstGeom prst="rect">
            <a:avLst/>
          </a:prstGeom>
          <a:noFill/>
        </p:spPr>
        <p:txBody>
          <a:bodyPr wrap="square" lIns="0" tIns="0" rIns="0" bIns="0" anchor="ctr">
            <a:spAutoFit/>
          </a:bodyPr>
          <a:lstStyle/>
          <a:p>
            <a:pPr algn="ctr"/>
            <a:r>
              <a:rPr sz="1900" b="0" i="1" dirty="0">
                <a:solidFill>
                  <a:srgbClr val="555E70"/>
                </a:solidFill>
                <a:latin typeface="Myriad Pro"/>
              </a:rPr>
              <a:t>A Standard edit in the comparison view</a:t>
            </a:r>
          </a:p>
        </p:txBody>
      </p:sp>
      <p:pic>
        <p:nvPicPr>
          <p:cNvPr id="31" name="Picture 30" descr="gallery.png"/>
          <p:cNvPicPr>
            <a:picLocks noChangeAspect="1"/>
          </p:cNvPicPr>
          <p:nvPr/>
        </p:nvPicPr>
        <p:blipFill>
          <a:blip r:embed="rId5"/>
          <a:stretch>
            <a:fillRect/>
          </a:stretch>
        </p:blipFill>
        <p:spPr>
          <a:xfrm>
            <a:off x="9491027" y="21054108"/>
            <a:ext cx="6217920" cy="1440444"/>
          </a:xfrm>
          <a:prstGeom prst="rect">
            <a:avLst/>
          </a:prstGeom>
        </p:spPr>
      </p:pic>
      <p:sp>
        <p:nvSpPr>
          <p:cNvPr id="32" name="TextBox 31"/>
          <p:cNvSpPr txBox="1"/>
          <p:nvPr/>
        </p:nvSpPr>
        <p:spPr>
          <a:xfrm>
            <a:off x="9097835" y="22619324"/>
            <a:ext cx="7004304" cy="292388"/>
          </a:xfrm>
          <a:prstGeom prst="rect">
            <a:avLst/>
          </a:prstGeom>
          <a:noFill/>
        </p:spPr>
        <p:txBody>
          <a:bodyPr wrap="square" lIns="0" tIns="0" rIns="0" bIns="0" anchor="ctr">
            <a:spAutoFit/>
          </a:bodyPr>
          <a:lstStyle/>
          <a:p>
            <a:pPr algn="ctr"/>
            <a:r>
              <a:rPr sz="1900" b="0" i="1" dirty="0">
                <a:solidFill>
                  <a:srgbClr val="555E70"/>
                </a:solidFill>
                <a:latin typeface="Myriad Pro"/>
              </a:rPr>
              <a:t>The gallery of saved results</a:t>
            </a:r>
          </a:p>
        </p:txBody>
      </p:sp>
      <p:grpSp>
        <p:nvGrpSpPr>
          <p:cNvPr id="2" name="Group 1">
            <a:extLst>
              <a:ext uri="{FF2B5EF4-FFF2-40B4-BE49-F238E27FC236}">
                <a16:creationId xmlns:a16="http://schemas.microsoft.com/office/drawing/2014/main" id="{77F6959F-4BF0-29A8-4E3F-901241CF2A21}"/>
              </a:ext>
            </a:extLst>
          </p:cNvPr>
          <p:cNvGrpSpPr>
            <a:grpSpLocks noChangeAspect="1"/>
          </p:cNvGrpSpPr>
          <p:nvPr/>
        </p:nvGrpSpPr>
        <p:grpSpPr>
          <a:xfrm>
            <a:off x="9684554" y="23341504"/>
            <a:ext cx="5812042" cy="3907692"/>
            <a:chOff x="9989968" y="23311763"/>
            <a:chExt cx="5003002" cy="3363736"/>
          </a:xfrm>
        </p:grpSpPr>
        <p:sp>
          <p:nvSpPr>
            <p:cNvPr id="17" name="Text Placeholder 16">
              <a:extLst>
                <a:ext uri="{FF2B5EF4-FFF2-40B4-BE49-F238E27FC236}">
                  <a16:creationId xmlns:a16="http://schemas.microsoft.com/office/drawing/2014/main" id="{9258568D-6B58-4A37-A737-DA81E82FFA8D}"/>
                </a:ext>
              </a:extLst>
            </p:cNvPr>
            <p:cNvSpPr>
              <a:spLocks/>
            </p:cNvSpPr>
            <p:nvPr>
              <p:ph type="body" sz="quarter" idx="37"/>
            </p:nvPr>
          </p:nvSpPr>
          <p:spPr>
            <a:xfrm>
              <a:off x="10939936" y="26448981"/>
              <a:ext cx="3093997" cy="226518"/>
            </a:xfrm>
            <a:noFill/>
          </p:spPr>
          <p:txBody>
            <a:bodyPr wrap="square" lIns="0" tIns="0" rIns="0" bIns="0" anchor="ctr">
              <a:spAutoFit/>
            </a:bodyPr>
            <a:lstStyle/>
            <a:p>
              <a:pPr defTabSz="2937510"/>
              <a:r>
                <a:rPr sz="1900" i="1" dirty="0">
                  <a:solidFill>
                    <a:srgbClr val="555E70"/>
                  </a:solidFill>
                </a:rPr>
                <a:t>AI edit made with OpenAI</a:t>
              </a:r>
              <a:endParaRPr lang="en-US" sz="1900" i="1" dirty="0">
                <a:solidFill>
                  <a:srgbClr val="555E70"/>
                </a:solidFill>
              </a:endParaRPr>
            </a:p>
          </p:txBody>
        </p:sp>
        <p:pic>
          <p:nvPicPr>
            <p:cNvPr id="33" name="Picture 32" descr="cmp_openai.png"/>
            <p:cNvPicPr>
              <a:picLocks noChangeAspect="1"/>
            </p:cNvPicPr>
            <p:nvPr/>
          </p:nvPicPr>
          <p:blipFill>
            <a:blip r:embed="rId6"/>
            <a:stretch>
              <a:fillRect/>
            </a:stretch>
          </p:blipFill>
          <p:spPr>
            <a:xfrm>
              <a:off x="9989968" y="23311763"/>
              <a:ext cx="5003002" cy="3054006"/>
            </a:xfrm>
            <a:prstGeom prst="rect">
              <a:avLst/>
            </a:prstGeom>
          </p:spPr>
        </p:pic>
      </p:grpSp>
      <p:grpSp>
        <p:nvGrpSpPr>
          <p:cNvPr id="3" name="Group 2">
            <a:extLst>
              <a:ext uri="{FF2B5EF4-FFF2-40B4-BE49-F238E27FC236}">
                <a16:creationId xmlns:a16="http://schemas.microsoft.com/office/drawing/2014/main" id="{8C5D1CA9-FFA7-C4E4-3289-4B5F41D27D1A}"/>
              </a:ext>
            </a:extLst>
          </p:cNvPr>
          <p:cNvGrpSpPr>
            <a:grpSpLocks noChangeAspect="1"/>
          </p:cNvGrpSpPr>
          <p:nvPr/>
        </p:nvGrpSpPr>
        <p:grpSpPr>
          <a:xfrm>
            <a:off x="9684554" y="27380336"/>
            <a:ext cx="5809104" cy="3913586"/>
            <a:chOff x="9999087" y="26799056"/>
            <a:chExt cx="4985983" cy="3359051"/>
          </a:xfrm>
        </p:grpSpPr>
        <p:sp>
          <p:nvSpPr>
            <p:cNvPr id="18" name="Text Placeholder 17">
              <a:extLst>
                <a:ext uri="{FF2B5EF4-FFF2-40B4-BE49-F238E27FC236}">
                  <a16:creationId xmlns:a16="http://schemas.microsoft.com/office/drawing/2014/main" id="{8D795327-A47F-40B6-9430-B29113709794}"/>
                </a:ext>
              </a:extLst>
            </p:cNvPr>
            <p:cNvSpPr>
              <a:spLocks/>
            </p:cNvSpPr>
            <p:nvPr>
              <p:ph type="body" sz="quarter" idx="38"/>
            </p:nvPr>
          </p:nvSpPr>
          <p:spPr>
            <a:xfrm>
              <a:off x="10767656" y="29932245"/>
              <a:ext cx="3448845" cy="225862"/>
            </a:xfrm>
            <a:noFill/>
            <a:ln>
              <a:noFill/>
            </a:ln>
          </p:spPr>
          <p:txBody>
            <a:bodyPr vert="horz" wrap="square" lIns="0" tIns="0" rIns="0" bIns="0" rtlCol="0" anchor="ctr">
              <a:spAutoFit/>
            </a:bodyPr>
            <a:lstStyle/>
            <a:p>
              <a:pPr defTabSz="2937510">
                <a:buFontTx/>
              </a:pPr>
              <a:r>
                <a:rPr lang="en-US" sz="1900" i="1" dirty="0">
                  <a:solidFill>
                    <a:srgbClr val="555E70"/>
                  </a:solidFill>
                </a:rPr>
                <a:t>AI edit made with local model</a:t>
              </a:r>
            </a:p>
          </p:txBody>
        </p:sp>
        <p:pic>
          <p:nvPicPr>
            <p:cNvPr id="34" name="Picture 33" descr="cmp_local.png"/>
            <p:cNvPicPr>
              <a:picLocks noChangeAspect="1"/>
            </p:cNvPicPr>
            <p:nvPr/>
          </p:nvPicPr>
          <p:blipFill>
            <a:blip r:embed="rId7"/>
            <a:stretch>
              <a:fillRect/>
            </a:stretch>
          </p:blipFill>
          <p:spPr>
            <a:xfrm>
              <a:off x="9999087" y="26799056"/>
              <a:ext cx="4985983" cy="3043617"/>
            </a:xfrm>
            <a:prstGeom prst="rect">
              <a:avLst/>
            </a:prstGeom>
          </p:spPr>
        </p:pic>
      </p:grpSp>
      <p:sp>
        <p:nvSpPr>
          <p:cNvPr id="36" name="TextBox 35"/>
          <p:cNvSpPr txBox="1"/>
          <p:nvPr/>
        </p:nvSpPr>
        <p:spPr>
          <a:xfrm>
            <a:off x="530352" y="32561893"/>
            <a:ext cx="7626096" cy="292388"/>
          </a:xfrm>
          <a:prstGeom prst="rect">
            <a:avLst/>
          </a:prstGeom>
          <a:noFill/>
        </p:spPr>
        <p:txBody>
          <a:bodyPr wrap="square" lIns="0" tIns="0" rIns="0" bIns="0" anchor="ctr">
            <a:spAutoFit/>
          </a:bodyPr>
          <a:lstStyle/>
          <a:p>
            <a:pPr algn="ctr"/>
            <a:r>
              <a:rPr sz="1900" b="0" i="1" dirty="0">
                <a:solidFill>
                  <a:srgbClr val="555E70"/>
                </a:solidFill>
                <a:latin typeface="Myriad Pro"/>
              </a:rPr>
              <a:t>System architecture</a:t>
            </a:r>
          </a:p>
        </p:txBody>
      </p:sp>
      <p:pic>
        <p:nvPicPr>
          <p:cNvPr id="37" name="Picture 36">
            <a:extLst>
              <a:ext uri="{FF2B5EF4-FFF2-40B4-BE49-F238E27FC236}">
                <a16:creationId xmlns:a16="http://schemas.microsoft.com/office/drawing/2014/main" id="{73F0D0E0-EF8B-B52C-C1F2-4629DFBB83B8}"/>
              </a:ext>
            </a:extLst>
          </p:cNvPr>
          <p:cNvPicPr>
            <a:picLocks noChangeAspect="1"/>
          </p:cNvPicPr>
          <p:nvPr/>
        </p:nvPicPr>
        <p:blipFill>
          <a:blip r:embed="rId8"/>
          <a:stretch>
            <a:fillRect/>
          </a:stretch>
        </p:blipFill>
        <p:spPr>
          <a:xfrm>
            <a:off x="651532" y="29123726"/>
            <a:ext cx="7381244" cy="3333595"/>
          </a:xfrm>
          <a:prstGeom prst="rect">
            <a:avLst/>
          </a:prstGeom>
        </p:spPr>
      </p:pic>
    </p:spTree>
    <p:extLst>
      <p:ext uri="{BB962C8B-B14F-4D97-AF65-F5344CB8AC3E}">
        <p14:creationId xmlns:p14="http://schemas.microsoft.com/office/powerpoint/2010/main" val="76914611"/>
      </p:ext>
    </p:extLst>
  </p:cSld>
  <p:clrMapOvr>
    <a:masterClrMapping/>
  </p:clrMapOvr>
</p:sld>
</file>

<file path=ppt/theme/theme1.xml><?xml version="1.0" encoding="utf-8"?>
<a:theme xmlns:a="http://schemas.openxmlformats.org/drawingml/2006/main" name="Office Theme">
  <a:themeElements>
    <a:clrScheme name="UBT-ID">
      <a:dk1>
        <a:srgbClr val="00236C"/>
      </a:dk1>
      <a:lt1>
        <a:srgbClr val="8E9CB4"/>
      </a:lt1>
      <a:dk2>
        <a:srgbClr val="3F3F3F"/>
      </a:dk2>
      <a:lt2>
        <a:srgbClr val="FEFFFF"/>
      </a:lt2>
      <a:accent1>
        <a:srgbClr val="00236C"/>
      </a:accent1>
      <a:accent2>
        <a:srgbClr val="9F4158"/>
      </a:accent2>
      <a:accent3>
        <a:srgbClr val="12306C"/>
      </a:accent3>
      <a:accent4>
        <a:srgbClr val="9F4158"/>
      </a:accent4>
      <a:accent5>
        <a:srgbClr val="8E9CB4"/>
      </a:accent5>
      <a:accent6>
        <a:srgbClr val="00236C"/>
      </a:accent6>
      <a:hlink>
        <a:srgbClr val="9F4158"/>
      </a:hlink>
      <a:folHlink>
        <a:srgbClr val="F4F4F4"/>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4985</TotalTime>
  <Words>883</Words>
  <Application>Microsoft Office PowerPoint</Application>
  <PresentationFormat>Custom</PresentationFormat>
  <Paragraphs>51</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Abadi</vt:lpstr>
      <vt:lpstr>Arial</vt:lpstr>
      <vt:lpstr>Calibri</vt:lpstr>
      <vt:lpstr>Calibri Light</vt:lpstr>
      <vt:lpstr>Myriad Pro</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ABDULRAHMAN  ALGUYDI</cp:lastModifiedBy>
  <cp:revision>26</cp:revision>
  <dcterms:created xsi:type="dcterms:W3CDTF">2018-01-23T15:05:01Z</dcterms:created>
  <dcterms:modified xsi:type="dcterms:W3CDTF">2026-09-22T18:05:56Z</dcterms:modified>
</cp:coreProperties>
</file>